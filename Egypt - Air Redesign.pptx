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62" r:id="rId5"/>
    <p:sldId id="266" r:id="rId6"/>
    <p:sldId id="268" r:id="rId7"/>
    <p:sldId id="269" r:id="rId8"/>
    <p:sldId id="271" r:id="rId9"/>
    <p:sldId id="272" r:id="rId10"/>
    <p:sldId id="273" r:id="rId11"/>
    <p:sldId id="274" r:id="rId12"/>
    <p:sldId id="275" r:id="rId13"/>
    <p:sldId id="276" r:id="rId14"/>
    <p:sldId id="286" r:id="rId15"/>
    <p:sldId id="287" r:id="rId16"/>
    <p:sldId id="277" r:id="rId17"/>
    <p:sldId id="278" r:id="rId18"/>
    <p:sldId id="279" r:id="rId19"/>
    <p:sldId id="280" r:id="rId20"/>
    <p:sldId id="281" r:id="rId21"/>
    <p:sldId id="282" r:id="rId22"/>
    <p:sldId id="283" r:id="rId23"/>
    <p:sldId id="288" r:id="rId24"/>
    <p:sldId id="289" r:id="rId25"/>
    <p:sldId id="284"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3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7" Type="http://schemas.openxmlformats.org/officeDocument/2006/relationships/slideLayout" Target="../slideLayouts/slideLayout2.xml"/><Relationship Id="rId36" Type="http://schemas.openxmlformats.org/officeDocument/2006/relationships/image" Target="../media/image20.svg"/><Relationship Id="rId35" Type="http://schemas.openxmlformats.org/officeDocument/2006/relationships/image" Target="../media/image19.png"/><Relationship Id="rId34" Type="http://schemas.openxmlformats.org/officeDocument/2006/relationships/tags" Target="../tags/tag28.xml"/><Relationship Id="rId33" Type="http://schemas.openxmlformats.org/officeDocument/2006/relationships/tags" Target="../tags/tag27.xml"/><Relationship Id="rId32" Type="http://schemas.openxmlformats.org/officeDocument/2006/relationships/tags" Target="../tags/tag26.xml"/><Relationship Id="rId31" Type="http://schemas.openxmlformats.org/officeDocument/2006/relationships/image" Target="../media/image18.svg"/><Relationship Id="rId30" Type="http://schemas.openxmlformats.org/officeDocument/2006/relationships/image" Target="../media/image17.png"/><Relationship Id="rId3" Type="http://schemas.openxmlformats.org/officeDocument/2006/relationships/tags" Target="../tags/tag3.xml"/><Relationship Id="rId29" Type="http://schemas.openxmlformats.org/officeDocument/2006/relationships/tags" Target="../tags/tag25.xml"/><Relationship Id="rId28" Type="http://schemas.openxmlformats.org/officeDocument/2006/relationships/tags" Target="../tags/tag24.xml"/><Relationship Id="rId27" Type="http://schemas.openxmlformats.org/officeDocument/2006/relationships/tags" Target="../tags/tag23.xml"/><Relationship Id="rId26" Type="http://schemas.openxmlformats.org/officeDocument/2006/relationships/image" Target="../media/image6.svg"/><Relationship Id="rId25" Type="http://schemas.openxmlformats.org/officeDocument/2006/relationships/image" Target="../media/image16.png"/><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image" Target="../media/image4.svg"/><Relationship Id="rId20" Type="http://schemas.openxmlformats.org/officeDocument/2006/relationships/image" Target="../media/image15.png"/><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7" Type="http://schemas.openxmlformats.org/officeDocument/2006/relationships/slideLayout" Target="../slideLayouts/slideLayout2.xml"/><Relationship Id="rId36" Type="http://schemas.openxmlformats.org/officeDocument/2006/relationships/image" Target="../media/image27.svg"/><Relationship Id="rId35" Type="http://schemas.openxmlformats.org/officeDocument/2006/relationships/image" Target="../media/image26.png"/><Relationship Id="rId34" Type="http://schemas.openxmlformats.org/officeDocument/2006/relationships/tags" Target="../tags/tag56.xml"/><Relationship Id="rId33" Type="http://schemas.openxmlformats.org/officeDocument/2006/relationships/tags" Target="../tags/tag55.xml"/><Relationship Id="rId32" Type="http://schemas.openxmlformats.org/officeDocument/2006/relationships/tags" Target="../tags/tag54.xml"/><Relationship Id="rId31" Type="http://schemas.openxmlformats.org/officeDocument/2006/relationships/image" Target="../media/image25.svg"/><Relationship Id="rId30" Type="http://schemas.openxmlformats.org/officeDocument/2006/relationships/image" Target="../media/image24.png"/><Relationship Id="rId3" Type="http://schemas.openxmlformats.org/officeDocument/2006/relationships/tags" Target="../tags/tag31.xml"/><Relationship Id="rId29" Type="http://schemas.openxmlformats.org/officeDocument/2006/relationships/tags" Target="../tags/tag53.xml"/><Relationship Id="rId28" Type="http://schemas.openxmlformats.org/officeDocument/2006/relationships/tags" Target="../tags/tag52.xml"/><Relationship Id="rId27" Type="http://schemas.openxmlformats.org/officeDocument/2006/relationships/tags" Target="../tags/tag51.xml"/><Relationship Id="rId26" Type="http://schemas.openxmlformats.org/officeDocument/2006/relationships/image" Target="../media/image23.svg"/><Relationship Id="rId25" Type="http://schemas.openxmlformats.org/officeDocument/2006/relationships/image" Target="../media/image16.png"/><Relationship Id="rId24" Type="http://schemas.openxmlformats.org/officeDocument/2006/relationships/tags" Target="../tags/tag50.xml"/><Relationship Id="rId23" Type="http://schemas.openxmlformats.org/officeDocument/2006/relationships/tags" Target="../tags/tag49.xml"/><Relationship Id="rId22" Type="http://schemas.openxmlformats.org/officeDocument/2006/relationships/tags" Target="../tags/tag48.xml"/><Relationship Id="rId21" Type="http://schemas.openxmlformats.org/officeDocument/2006/relationships/image" Target="../media/image22.svg"/><Relationship Id="rId20" Type="http://schemas.openxmlformats.org/officeDocument/2006/relationships/image" Target="../media/image15.png"/><Relationship Id="rId2" Type="http://schemas.openxmlformats.org/officeDocument/2006/relationships/tags" Target="../tags/tag30.xml"/><Relationship Id="rId19" Type="http://schemas.openxmlformats.org/officeDocument/2006/relationships/tags" Target="../tags/tag47.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jpeg"/><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7" Type="http://schemas.openxmlformats.org/officeDocument/2006/relationships/slideLayout" Target="../slideLayouts/slideLayout2.xml"/><Relationship Id="rId36" Type="http://schemas.openxmlformats.org/officeDocument/2006/relationships/image" Target="../media/image27.svg"/><Relationship Id="rId35" Type="http://schemas.openxmlformats.org/officeDocument/2006/relationships/image" Target="../media/image26.png"/><Relationship Id="rId34" Type="http://schemas.openxmlformats.org/officeDocument/2006/relationships/tags" Target="../tags/tag84.xml"/><Relationship Id="rId33" Type="http://schemas.openxmlformats.org/officeDocument/2006/relationships/tags" Target="../tags/tag83.xml"/><Relationship Id="rId32" Type="http://schemas.openxmlformats.org/officeDocument/2006/relationships/tags" Target="../tags/tag82.xml"/><Relationship Id="rId31" Type="http://schemas.openxmlformats.org/officeDocument/2006/relationships/image" Target="../media/image25.svg"/><Relationship Id="rId30" Type="http://schemas.openxmlformats.org/officeDocument/2006/relationships/image" Target="../media/image24.png"/><Relationship Id="rId3" Type="http://schemas.openxmlformats.org/officeDocument/2006/relationships/tags" Target="../tags/tag59.xml"/><Relationship Id="rId29" Type="http://schemas.openxmlformats.org/officeDocument/2006/relationships/tags" Target="../tags/tag81.xml"/><Relationship Id="rId28" Type="http://schemas.openxmlformats.org/officeDocument/2006/relationships/tags" Target="../tags/tag80.xml"/><Relationship Id="rId27" Type="http://schemas.openxmlformats.org/officeDocument/2006/relationships/tags" Target="../tags/tag79.xml"/><Relationship Id="rId26" Type="http://schemas.openxmlformats.org/officeDocument/2006/relationships/image" Target="../media/image23.svg"/><Relationship Id="rId25" Type="http://schemas.openxmlformats.org/officeDocument/2006/relationships/image" Target="../media/image16.png"/><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image" Target="../media/image22.svg"/><Relationship Id="rId20" Type="http://schemas.openxmlformats.org/officeDocument/2006/relationships/image" Target="../media/image15.png"/><Relationship Id="rId2" Type="http://schemas.openxmlformats.org/officeDocument/2006/relationships/tags" Target="../tags/tag58.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7" Type="http://schemas.openxmlformats.org/officeDocument/2006/relationships/slideLayout" Target="../slideLayouts/slideLayout2.xml"/><Relationship Id="rId36" Type="http://schemas.openxmlformats.org/officeDocument/2006/relationships/image" Target="../media/image37.svg"/><Relationship Id="rId35" Type="http://schemas.openxmlformats.org/officeDocument/2006/relationships/image" Target="../media/image26.png"/><Relationship Id="rId34" Type="http://schemas.openxmlformats.org/officeDocument/2006/relationships/tags" Target="../tags/tag112.xml"/><Relationship Id="rId33" Type="http://schemas.openxmlformats.org/officeDocument/2006/relationships/tags" Target="../tags/tag111.xml"/><Relationship Id="rId32" Type="http://schemas.openxmlformats.org/officeDocument/2006/relationships/tags" Target="../tags/tag110.xml"/><Relationship Id="rId31" Type="http://schemas.openxmlformats.org/officeDocument/2006/relationships/image" Target="../media/image36.svg"/><Relationship Id="rId30" Type="http://schemas.openxmlformats.org/officeDocument/2006/relationships/image" Target="../media/image24.png"/><Relationship Id="rId3" Type="http://schemas.openxmlformats.org/officeDocument/2006/relationships/tags" Target="../tags/tag87.xml"/><Relationship Id="rId29" Type="http://schemas.openxmlformats.org/officeDocument/2006/relationships/tags" Target="../tags/tag109.xml"/><Relationship Id="rId28" Type="http://schemas.openxmlformats.org/officeDocument/2006/relationships/tags" Target="../tags/tag108.xml"/><Relationship Id="rId27" Type="http://schemas.openxmlformats.org/officeDocument/2006/relationships/tags" Target="../tags/tag107.xml"/><Relationship Id="rId26" Type="http://schemas.openxmlformats.org/officeDocument/2006/relationships/image" Target="../media/image35.svg"/><Relationship Id="rId25" Type="http://schemas.openxmlformats.org/officeDocument/2006/relationships/image" Target="../media/image16.png"/><Relationship Id="rId24" Type="http://schemas.openxmlformats.org/officeDocument/2006/relationships/tags" Target="../tags/tag106.xml"/><Relationship Id="rId23" Type="http://schemas.openxmlformats.org/officeDocument/2006/relationships/tags" Target="../tags/tag105.xml"/><Relationship Id="rId22" Type="http://schemas.openxmlformats.org/officeDocument/2006/relationships/tags" Target="../tags/tag104.xml"/><Relationship Id="rId21" Type="http://schemas.openxmlformats.org/officeDocument/2006/relationships/image" Target="../media/image34.svg"/><Relationship Id="rId20" Type="http://schemas.openxmlformats.org/officeDocument/2006/relationships/image" Target="../media/image15.png"/><Relationship Id="rId2" Type="http://schemas.openxmlformats.org/officeDocument/2006/relationships/tags" Target="../tags/tag86.xml"/><Relationship Id="rId19" Type="http://schemas.openxmlformats.org/officeDocument/2006/relationships/tags" Target="../tags/tag103.xml"/><Relationship Id="rId18" Type="http://schemas.openxmlformats.org/officeDocument/2006/relationships/tags" Target="../tags/tag102.xml"/><Relationship Id="rId17" Type="http://schemas.openxmlformats.org/officeDocument/2006/relationships/tags" Target="../tags/tag101.xml"/><Relationship Id="rId16" Type="http://schemas.openxmlformats.org/officeDocument/2006/relationships/tags" Target="../tags/tag100.xml"/><Relationship Id="rId15" Type="http://schemas.openxmlformats.org/officeDocument/2006/relationships/tags" Target="../tags/tag99.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 name="组合 163"/>
          <p:cNvGrpSpPr/>
          <p:nvPr/>
        </p:nvGrpSpPr>
        <p:grpSpPr>
          <a:xfrm flipV="1">
            <a:off x="0" y="0"/>
            <a:ext cx="12192000" cy="6858000"/>
            <a:chOff x="0" y="0"/>
            <a:chExt cx="12192000" cy="6858000"/>
          </a:xfrm>
        </p:grpSpPr>
        <p:grpSp>
          <p:nvGrpSpPr>
            <p:cNvPr id="37" name="组合 36"/>
            <p:cNvGrpSpPr/>
            <p:nvPr/>
          </p:nvGrpSpPr>
          <p:grpSpPr>
            <a:xfrm>
              <a:off x="0" y="0"/>
              <a:ext cx="12192000" cy="6858000"/>
              <a:chOff x="0" y="0"/>
              <a:chExt cx="12192000" cy="6858000"/>
            </a:xfrm>
          </p:grpSpPr>
          <p:grpSp>
            <p:nvGrpSpPr>
              <p:cNvPr id="21" name="组合 20"/>
              <p:cNvGrpSpPr/>
              <p:nvPr/>
            </p:nvGrpSpPr>
            <p:grpSpPr>
              <a:xfrm>
                <a:off x="495300" y="0"/>
                <a:ext cx="11201400" cy="6858000"/>
                <a:chOff x="1752600" y="0"/>
                <a:chExt cx="11201400" cy="6858000"/>
              </a:xfrm>
            </p:grpSpPr>
            <p:cxnSp>
              <p:nvCxnSpPr>
                <p:cNvPr id="8" name="直接连接符 7"/>
                <p:cNvCxnSpPr/>
                <p:nvPr/>
              </p:nvCxnSpPr>
              <p:spPr>
                <a:xfrm>
                  <a:off x="17526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6860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6195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529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4864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4198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3533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2867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2202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1536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10871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20205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29540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5400000">
                <a:off x="2828925" y="-2667000"/>
                <a:ext cx="6534150" cy="12192000"/>
                <a:chOff x="1752600" y="0"/>
                <a:chExt cx="6534150" cy="6858000"/>
              </a:xfrm>
            </p:grpSpPr>
            <p:cxnSp>
              <p:nvCxnSpPr>
                <p:cNvPr id="24" name="直接连接符 23"/>
                <p:cNvCxnSpPr/>
                <p:nvPr/>
              </p:nvCxnSpPr>
              <p:spPr>
                <a:xfrm>
                  <a:off x="17526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860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6195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5529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4864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4198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3533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2867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grpSp>
          <p:nvGrpSpPr>
            <p:cNvPr id="67" name="组合 66"/>
            <p:cNvGrpSpPr/>
            <p:nvPr/>
          </p:nvGrpSpPr>
          <p:grpSpPr>
            <a:xfrm>
              <a:off x="394188" y="59646"/>
              <a:ext cx="11403622" cy="5805257"/>
              <a:chOff x="394188" y="58478"/>
              <a:chExt cx="11403622" cy="5805257"/>
            </a:xfrm>
          </p:grpSpPr>
          <p:grpSp>
            <p:nvGrpSpPr>
              <p:cNvPr id="54" name="组合 53"/>
              <p:cNvGrpSpPr/>
              <p:nvPr/>
            </p:nvGrpSpPr>
            <p:grpSpPr>
              <a:xfrm>
                <a:off x="394189" y="2861164"/>
                <a:ext cx="11403621" cy="202221"/>
                <a:chOff x="394189" y="2861164"/>
                <a:chExt cx="11403621" cy="202221"/>
              </a:xfrm>
            </p:grpSpPr>
            <p:sp>
              <p:nvSpPr>
                <p:cNvPr id="49" name="十字形 48"/>
                <p:cNvSpPr/>
                <p:nvPr/>
              </p:nvSpPr>
              <p:spPr>
                <a:xfrm>
                  <a:off x="87952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十字形 49"/>
                <p:cNvSpPr/>
                <p:nvPr/>
              </p:nvSpPr>
              <p:spPr>
                <a:xfrm>
                  <a:off x="59948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十字形 50"/>
                <p:cNvSpPr/>
                <p:nvPr/>
              </p:nvSpPr>
              <p:spPr>
                <a:xfrm>
                  <a:off x="31945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十字形 51"/>
                <p:cNvSpPr/>
                <p:nvPr/>
              </p:nvSpPr>
              <p:spPr>
                <a:xfrm>
                  <a:off x="3941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十字形 52"/>
                <p:cNvSpPr/>
                <p:nvPr/>
              </p:nvSpPr>
              <p:spPr>
                <a:xfrm>
                  <a:off x="115955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394189" y="5661514"/>
                <a:ext cx="11403621" cy="202221"/>
                <a:chOff x="394189" y="2861164"/>
                <a:chExt cx="11403621" cy="202221"/>
              </a:xfrm>
            </p:grpSpPr>
            <p:sp>
              <p:nvSpPr>
                <p:cNvPr id="56" name="十字形 55"/>
                <p:cNvSpPr/>
                <p:nvPr/>
              </p:nvSpPr>
              <p:spPr>
                <a:xfrm>
                  <a:off x="87952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十字形 56"/>
                <p:cNvSpPr/>
                <p:nvPr/>
              </p:nvSpPr>
              <p:spPr>
                <a:xfrm>
                  <a:off x="59948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十字形 57"/>
                <p:cNvSpPr/>
                <p:nvPr/>
              </p:nvSpPr>
              <p:spPr>
                <a:xfrm>
                  <a:off x="31945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十字形 58"/>
                <p:cNvSpPr/>
                <p:nvPr/>
              </p:nvSpPr>
              <p:spPr>
                <a:xfrm>
                  <a:off x="3941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十字形 59"/>
                <p:cNvSpPr/>
                <p:nvPr/>
              </p:nvSpPr>
              <p:spPr>
                <a:xfrm>
                  <a:off x="115955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394188" y="58478"/>
                <a:ext cx="11403621" cy="202221"/>
                <a:chOff x="394189" y="2861164"/>
                <a:chExt cx="11403621" cy="202221"/>
              </a:xfrm>
            </p:grpSpPr>
            <p:sp>
              <p:nvSpPr>
                <p:cNvPr id="62" name="十字形 61"/>
                <p:cNvSpPr/>
                <p:nvPr/>
              </p:nvSpPr>
              <p:spPr>
                <a:xfrm>
                  <a:off x="87952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十字形 62"/>
                <p:cNvSpPr/>
                <p:nvPr/>
              </p:nvSpPr>
              <p:spPr>
                <a:xfrm>
                  <a:off x="59948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十字形 63"/>
                <p:cNvSpPr/>
                <p:nvPr/>
              </p:nvSpPr>
              <p:spPr>
                <a:xfrm>
                  <a:off x="31945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十字形 64"/>
                <p:cNvSpPr/>
                <p:nvPr/>
              </p:nvSpPr>
              <p:spPr>
                <a:xfrm>
                  <a:off x="3941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十字形 65"/>
                <p:cNvSpPr/>
                <p:nvPr/>
              </p:nvSpPr>
              <p:spPr>
                <a:xfrm>
                  <a:off x="115955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42" name="组合 41"/>
          <p:cNvGrpSpPr/>
          <p:nvPr/>
        </p:nvGrpSpPr>
        <p:grpSpPr>
          <a:xfrm>
            <a:off x="813127" y="993175"/>
            <a:ext cx="752804" cy="485949"/>
            <a:chOff x="1122102" y="1475300"/>
            <a:chExt cx="752804" cy="485949"/>
          </a:xfrm>
        </p:grpSpPr>
        <p:sp>
          <p:nvSpPr>
            <p:cNvPr id="41" name="矩形: 圆角 40"/>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9" name="矩形: 圆角 88"/>
          <p:cNvSpPr/>
          <p:nvPr/>
        </p:nvSpPr>
        <p:spPr>
          <a:xfrm>
            <a:off x="1072617" y="3547705"/>
            <a:ext cx="4870115" cy="525656"/>
          </a:xfrm>
          <a:prstGeom prst="roundRect">
            <a:avLst>
              <a:gd name="adj" fmla="val 50000"/>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52" name="矩形: 圆角 151"/>
          <p:cNvSpPr/>
          <p:nvPr/>
        </p:nvSpPr>
        <p:spPr>
          <a:xfrm rot="1320078">
            <a:off x="7083545" y="1491483"/>
            <a:ext cx="5714159" cy="4226095"/>
          </a:xfrm>
          <a:prstGeom prst="roundRect">
            <a:avLst>
              <a:gd name="adj" fmla="val 50000"/>
            </a:avLst>
          </a:prstGeom>
          <a:gradFill flip="none" rotWithShape="1">
            <a:gsLst>
              <a:gs pos="45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弧形 91"/>
          <p:cNvSpPr/>
          <p:nvPr/>
        </p:nvSpPr>
        <p:spPr>
          <a:xfrm>
            <a:off x="-1371599" y="3894878"/>
            <a:ext cx="2800348" cy="2805939"/>
          </a:xfrm>
          <a:prstGeom prst="arc">
            <a:avLst>
              <a:gd name="adj1" fmla="val 16136462"/>
              <a:gd name="adj2" fmla="val 824575"/>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1182473" y="1772323"/>
            <a:ext cx="5840956" cy="1322070"/>
          </a:xfrm>
          <a:prstGeom prst="rect">
            <a:avLst/>
          </a:prstGeom>
          <a:noFill/>
          <a:effectLst/>
        </p:spPr>
        <p:txBody>
          <a:bodyPr wrap="square" rtlCol="0">
            <a:spAutoFit/>
          </a:bodyPr>
          <a:lstStyle/>
          <a:p>
            <a:r>
              <a:rPr lang="en-US" altLang="zh-CN" sz="4000" b="1" dirty="0">
                <a:solidFill>
                  <a:schemeClr val="accent1"/>
                </a:solidFill>
                <a:latin typeface="+mj-lt"/>
                <a:ea typeface="OPPOSans B" panose="00020600040101010101" pitchFamily="18" charset="-122"/>
                <a:cs typeface="OPPOSans B" panose="00020600040101010101" pitchFamily="18" charset="-122"/>
              </a:rPr>
              <a:t>Egypt-Air website Redesigning</a:t>
            </a:r>
            <a:endParaRPr lang="en-US" altLang="zh-CN" sz="4000" b="1" dirty="0">
              <a:solidFill>
                <a:schemeClr val="accent1"/>
              </a:solidFill>
              <a:latin typeface="+mj-lt"/>
              <a:ea typeface="OPPOSans B" panose="00020600040101010101" pitchFamily="18" charset="-122"/>
              <a:cs typeface="OPPOSans B" panose="00020600040101010101" pitchFamily="18" charset="-122"/>
            </a:endParaRPr>
          </a:p>
        </p:txBody>
      </p:sp>
      <p:sp>
        <p:nvSpPr>
          <p:cNvPr id="40" name="文本框 39"/>
          <p:cNvSpPr txBox="1"/>
          <p:nvPr/>
        </p:nvSpPr>
        <p:spPr>
          <a:xfrm>
            <a:off x="1398092" y="3625867"/>
            <a:ext cx="4487119" cy="368300"/>
          </a:xfrm>
          <a:prstGeom prst="rect">
            <a:avLst/>
          </a:prstGeom>
          <a:noFill/>
        </p:spPr>
        <p:txBody>
          <a:bodyPr wrap="square">
            <a:spAutoFit/>
          </a:bodyPr>
          <a:lstStyle/>
          <a:p>
            <a:r>
              <a:rPr>
                <a:sym typeface="+mn-ea"/>
              </a:rPr>
              <a:t>Old Design vs  Improved Design</a:t>
            </a:r>
            <a:endParaRPr lang="en-US" altLang="zh-CN" dirty="0"/>
          </a:p>
        </p:txBody>
      </p:sp>
      <p:grpSp>
        <p:nvGrpSpPr>
          <p:cNvPr id="231" name="组合 230"/>
          <p:cNvGrpSpPr/>
          <p:nvPr/>
        </p:nvGrpSpPr>
        <p:grpSpPr>
          <a:xfrm>
            <a:off x="-1" y="5415739"/>
            <a:ext cx="12440929" cy="1442261"/>
            <a:chOff x="-1" y="5415739"/>
            <a:chExt cx="12440929" cy="1442261"/>
          </a:xfrm>
        </p:grpSpPr>
        <p:grpSp>
          <p:nvGrpSpPr>
            <p:cNvPr id="94" name="组合 93"/>
            <p:cNvGrpSpPr/>
            <p:nvPr/>
          </p:nvGrpSpPr>
          <p:grpSpPr>
            <a:xfrm>
              <a:off x="0" y="5415739"/>
              <a:ext cx="12192000" cy="1442261"/>
              <a:chOff x="58274" y="5012268"/>
              <a:chExt cx="12192000" cy="1675403"/>
            </a:xfrm>
          </p:grpSpPr>
          <p:sp>
            <p:nvSpPr>
              <p:cNvPr id="138" name="任意多边形: 形状 137"/>
              <p:cNvSpPr/>
              <p:nvPr/>
            </p:nvSpPr>
            <p:spPr>
              <a:xfrm>
                <a:off x="58274" y="5037814"/>
                <a:ext cx="12192000" cy="1649857"/>
              </a:xfrm>
              <a:custGeom>
                <a:avLst/>
                <a:gdLst>
                  <a:gd name="connsiteX0" fmla="*/ 12192000 w 12192000"/>
                  <a:gd name="connsiteY0" fmla="*/ 0 h 1822521"/>
                  <a:gd name="connsiteX1" fmla="*/ 12192000 w 12192000"/>
                  <a:gd name="connsiteY1" fmla="*/ 1822521 h 1822521"/>
                  <a:gd name="connsiteX2" fmla="*/ 0 w 12192000"/>
                  <a:gd name="connsiteY2" fmla="*/ 1822521 h 1822521"/>
                  <a:gd name="connsiteX3" fmla="*/ 0 w 12192000"/>
                  <a:gd name="connsiteY3" fmla="*/ 6421 h 1822521"/>
                  <a:gd name="connsiteX4" fmla="*/ 3079516 w 12192000"/>
                  <a:gd name="connsiteY4" fmla="*/ 6421 h 1822521"/>
                  <a:gd name="connsiteX5" fmla="*/ 7607041 w 12192000"/>
                  <a:gd name="connsiteY5" fmla="*/ 1174821 h 1822521"/>
                  <a:gd name="connsiteX6" fmla="*/ 12091942 w 12192000"/>
                  <a:gd name="connsiteY6" fmla="*/ 31623 h 1822521"/>
                  <a:gd name="connsiteX0-1" fmla="*/ 12192000 w 12192000"/>
                  <a:gd name="connsiteY0-2" fmla="*/ 182257 h 2004778"/>
                  <a:gd name="connsiteX1-3" fmla="*/ 12192000 w 12192000"/>
                  <a:gd name="connsiteY1-4" fmla="*/ 2004778 h 2004778"/>
                  <a:gd name="connsiteX2-5" fmla="*/ 0 w 12192000"/>
                  <a:gd name="connsiteY2-6" fmla="*/ 2004778 h 2004778"/>
                  <a:gd name="connsiteX3-7" fmla="*/ 0 w 12192000"/>
                  <a:gd name="connsiteY3-8" fmla="*/ 188678 h 2004778"/>
                  <a:gd name="connsiteX4-9" fmla="*/ 3079516 w 12192000"/>
                  <a:gd name="connsiteY4-10" fmla="*/ 188678 h 2004778"/>
                  <a:gd name="connsiteX5-11" fmla="*/ 7607041 w 12192000"/>
                  <a:gd name="connsiteY5-12" fmla="*/ 1357078 h 2004778"/>
                  <a:gd name="connsiteX6-13" fmla="*/ 12091942 w 12192000"/>
                  <a:gd name="connsiteY6-14" fmla="*/ 213880 h 2004778"/>
                  <a:gd name="connsiteX7" fmla="*/ 12192000 w 12192000"/>
                  <a:gd name="connsiteY7" fmla="*/ 182257 h 2004778"/>
                  <a:gd name="connsiteX0-15" fmla="*/ 12192000 w 12192000"/>
                  <a:gd name="connsiteY0-16" fmla="*/ 80 h 1822601"/>
                  <a:gd name="connsiteX1-17" fmla="*/ 12192000 w 12192000"/>
                  <a:gd name="connsiteY1-18" fmla="*/ 1822601 h 1822601"/>
                  <a:gd name="connsiteX2-19" fmla="*/ 0 w 12192000"/>
                  <a:gd name="connsiteY2-20" fmla="*/ 1822601 h 1822601"/>
                  <a:gd name="connsiteX3-21" fmla="*/ 0 w 12192000"/>
                  <a:gd name="connsiteY3-22" fmla="*/ 6501 h 1822601"/>
                  <a:gd name="connsiteX4-23" fmla="*/ 7607041 w 12192000"/>
                  <a:gd name="connsiteY4-24" fmla="*/ 1174901 h 1822601"/>
                  <a:gd name="connsiteX5-25" fmla="*/ 12091942 w 12192000"/>
                  <a:gd name="connsiteY5-26" fmla="*/ 31703 h 1822601"/>
                  <a:gd name="connsiteX6-27" fmla="*/ 12192000 w 12192000"/>
                  <a:gd name="connsiteY6-28" fmla="*/ 80 h 18226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1822601">
                    <a:moveTo>
                      <a:pt x="12192000" y="80"/>
                    </a:moveTo>
                    <a:lnTo>
                      <a:pt x="12192000" y="1822601"/>
                    </a:lnTo>
                    <a:lnTo>
                      <a:pt x="0" y="1822601"/>
                    </a:lnTo>
                    <a:lnTo>
                      <a:pt x="0" y="6501"/>
                    </a:lnTo>
                    <a:cubicBezTo>
                      <a:pt x="1267840" y="-101449"/>
                      <a:pt x="5591717" y="1170701"/>
                      <a:pt x="7607041" y="1174901"/>
                    </a:cubicBezTo>
                    <a:cubicBezTo>
                      <a:pt x="9548994" y="1173049"/>
                      <a:pt x="11086913" y="372255"/>
                      <a:pt x="12091942" y="31703"/>
                    </a:cubicBezTo>
                    <a:lnTo>
                      <a:pt x="12192000" y="80"/>
                    </a:lnTo>
                    <a:close/>
                  </a:path>
                </a:pathLst>
              </a:custGeom>
              <a:gradFill flip="none" rotWithShape="1">
                <a:gsLst>
                  <a:gs pos="0">
                    <a:schemeClr val="accent1">
                      <a:lumMod val="60000"/>
                      <a:lumOff val="4000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0" name="矩形 139"/>
              <p:cNvSpPr/>
              <p:nvPr/>
            </p:nvSpPr>
            <p:spPr>
              <a:xfrm>
                <a:off x="58280" y="5012268"/>
                <a:ext cx="12191989" cy="1675403"/>
              </a:xfrm>
              <a:prstGeom prst="rect">
                <a:avLst/>
              </a:prstGeom>
              <a:gradFill flip="none" rotWithShape="1">
                <a:gsLst>
                  <a:gs pos="18000">
                    <a:schemeClr val="bg1">
                      <a:alpha val="0"/>
                    </a:schemeClr>
                  </a:gs>
                  <a:gs pos="100000">
                    <a:schemeClr val="bg1"/>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6" name="组合 255"/>
            <p:cNvGrpSpPr/>
            <p:nvPr/>
          </p:nvGrpSpPr>
          <p:grpSpPr>
            <a:xfrm>
              <a:off x="-1" y="5964869"/>
              <a:ext cx="12440929" cy="721602"/>
              <a:chOff x="-640853" y="5964869"/>
              <a:chExt cx="13081781" cy="721602"/>
            </a:xfrm>
          </p:grpSpPr>
          <p:sp>
            <p:nvSpPr>
              <p:cNvPr id="237" name="任意多边形: 形状 236"/>
              <p:cNvSpPr/>
              <p:nvPr/>
            </p:nvSpPr>
            <p:spPr>
              <a:xfrm rot="267240" flipH="1" flipV="1">
                <a:off x="-640853" y="596486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任意多边形: 形状 238"/>
              <p:cNvSpPr/>
              <p:nvPr/>
            </p:nvSpPr>
            <p:spPr>
              <a:xfrm rot="233092" flipH="1" flipV="1">
                <a:off x="-640853" y="597313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0" name="任意多边形: 形状 239"/>
              <p:cNvSpPr/>
              <p:nvPr/>
            </p:nvSpPr>
            <p:spPr>
              <a:xfrm rot="198944" flipH="1" flipV="1">
                <a:off x="-640853" y="598140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1" name="任意多边形: 形状 240"/>
              <p:cNvSpPr/>
              <p:nvPr/>
            </p:nvSpPr>
            <p:spPr>
              <a:xfrm rot="164796" flipH="1" flipV="1">
                <a:off x="-640853" y="598967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2" name="任意多边形: 形状 241"/>
              <p:cNvSpPr/>
              <p:nvPr/>
            </p:nvSpPr>
            <p:spPr>
              <a:xfrm rot="130648" flipH="1" flipV="1">
                <a:off x="-640853" y="599794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3" name="任意多边形: 形状 242"/>
              <p:cNvSpPr/>
              <p:nvPr/>
            </p:nvSpPr>
            <p:spPr>
              <a:xfrm rot="96499" flipH="1" flipV="1">
                <a:off x="-640853" y="600621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4" name="任意多边形: 形状 243"/>
              <p:cNvSpPr/>
              <p:nvPr/>
            </p:nvSpPr>
            <p:spPr>
              <a:xfrm rot="62351" flipH="1" flipV="1">
                <a:off x="-640853" y="601448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5" name="任意多边形: 形状 244"/>
              <p:cNvSpPr/>
              <p:nvPr/>
            </p:nvSpPr>
            <p:spPr>
              <a:xfrm rot="28203" flipH="1" flipV="1">
                <a:off x="-640853" y="602275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6" name="任意多边形: 形状 245"/>
              <p:cNvSpPr/>
              <p:nvPr/>
            </p:nvSpPr>
            <p:spPr>
              <a:xfrm rot="21594055" flipH="1" flipV="1">
                <a:off x="-640853" y="603102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7" name="任意多边形: 形状 246"/>
              <p:cNvSpPr/>
              <p:nvPr/>
            </p:nvSpPr>
            <p:spPr>
              <a:xfrm rot="21559907" flipH="1" flipV="1">
                <a:off x="-640853" y="603929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8" name="任意多边形: 形状 247"/>
              <p:cNvSpPr/>
              <p:nvPr/>
            </p:nvSpPr>
            <p:spPr>
              <a:xfrm rot="21525759" flipH="1" flipV="1">
                <a:off x="-640853" y="604756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9" name="任意多边形: 形状 248"/>
              <p:cNvSpPr/>
              <p:nvPr/>
            </p:nvSpPr>
            <p:spPr>
              <a:xfrm rot="21491611" flipH="1" flipV="1">
                <a:off x="-640853" y="605583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0" name="任意多边形: 形状 249"/>
              <p:cNvSpPr/>
              <p:nvPr/>
            </p:nvSpPr>
            <p:spPr>
              <a:xfrm rot="21457463" flipH="1" flipV="1">
                <a:off x="-640853" y="606410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1" name="任意多边形: 形状 250"/>
              <p:cNvSpPr/>
              <p:nvPr/>
            </p:nvSpPr>
            <p:spPr>
              <a:xfrm rot="21423315" flipH="1" flipV="1">
                <a:off x="-640853" y="607237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2" name="任意多边形: 形状 251"/>
              <p:cNvSpPr/>
              <p:nvPr/>
            </p:nvSpPr>
            <p:spPr>
              <a:xfrm rot="21389167" flipH="1" flipV="1">
                <a:off x="-640853" y="608064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3" name="任意多边形: 形状 252"/>
              <p:cNvSpPr/>
              <p:nvPr/>
            </p:nvSpPr>
            <p:spPr>
              <a:xfrm rot="21355018" flipH="1" flipV="1">
                <a:off x="-640853" y="608891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8" name="任意多边形: 形状 237"/>
              <p:cNvSpPr/>
              <p:nvPr/>
            </p:nvSpPr>
            <p:spPr>
              <a:xfrm rot="21320870" flipH="1" flipV="1">
                <a:off x="-640853" y="609718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30" name="椭圆 229"/>
          <p:cNvSpPr/>
          <p:nvPr/>
        </p:nvSpPr>
        <p:spPr>
          <a:xfrm>
            <a:off x="5692635" y="3134490"/>
            <a:ext cx="192576" cy="192576"/>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gradFill flip="none" rotWithShape="1">
              <a:gsLst>
                <a:gs pos="0">
                  <a:schemeClr val="accent1">
                    <a:alpha val="0"/>
                  </a:schemeClr>
                </a:gs>
                <a:gs pos="66000">
                  <a:schemeClr val="accent1">
                    <a:lumMod val="20000"/>
                    <a:lumOff val="8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8" name="组合 157"/>
          <p:cNvGrpSpPr/>
          <p:nvPr/>
        </p:nvGrpSpPr>
        <p:grpSpPr>
          <a:xfrm>
            <a:off x="6678720" y="5340559"/>
            <a:ext cx="447604" cy="288937"/>
            <a:chOff x="1122102" y="1475300"/>
            <a:chExt cx="752804" cy="485949"/>
          </a:xfrm>
        </p:grpSpPr>
        <p:sp>
          <p:nvSpPr>
            <p:cNvPr id="159" name="矩形: 圆角 158"/>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gradFill flip="none" rotWithShape="1">
                <a:gsLst>
                  <a:gs pos="0">
                    <a:schemeClr val="accent1">
                      <a:alpha val="0"/>
                    </a:schemeClr>
                  </a:gs>
                  <a:gs pos="66000">
                    <a:schemeClr val="accent1">
                      <a:lumMod val="20000"/>
                      <a:lumOff val="8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3" name="Picture 2" descr="Egypt_air_logo"/>
          <p:cNvPicPr>
            <a:picLocks noChangeAspect="1"/>
          </p:cNvPicPr>
          <p:nvPr/>
        </p:nvPicPr>
        <p:blipFill>
          <a:blip r:embed="rId1"/>
          <a:stretch>
            <a:fillRect/>
          </a:stretch>
        </p:blipFill>
        <p:spPr>
          <a:xfrm>
            <a:off x="7201535" y="1269365"/>
            <a:ext cx="4008120" cy="399923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组合 96"/>
          <p:cNvGrpSpPr/>
          <p:nvPr/>
        </p:nvGrpSpPr>
        <p:grpSpPr>
          <a:xfrm>
            <a:off x="-44913" y="5415739"/>
            <a:ext cx="12236913" cy="1442261"/>
            <a:chOff x="-44913" y="5415739"/>
            <a:chExt cx="12236913" cy="1442261"/>
          </a:xfrm>
        </p:grpSpPr>
        <p:grpSp>
          <p:nvGrpSpPr>
            <p:cNvPr id="39" name="组合 38"/>
            <p:cNvGrpSpPr/>
            <p:nvPr/>
          </p:nvGrpSpPr>
          <p:grpSpPr>
            <a:xfrm>
              <a:off x="0" y="5415739"/>
              <a:ext cx="12192000" cy="1442261"/>
              <a:chOff x="58274" y="5012268"/>
              <a:chExt cx="12192000" cy="1675403"/>
            </a:xfrm>
          </p:grpSpPr>
          <p:sp>
            <p:nvSpPr>
              <p:cNvPr id="40" name="任意多边形: 形状 39"/>
              <p:cNvSpPr/>
              <p:nvPr/>
            </p:nvSpPr>
            <p:spPr>
              <a:xfrm>
                <a:off x="58274" y="5037814"/>
                <a:ext cx="12192000" cy="1649857"/>
              </a:xfrm>
              <a:custGeom>
                <a:avLst/>
                <a:gdLst>
                  <a:gd name="connsiteX0" fmla="*/ 12192000 w 12192000"/>
                  <a:gd name="connsiteY0" fmla="*/ 0 h 1822521"/>
                  <a:gd name="connsiteX1" fmla="*/ 12192000 w 12192000"/>
                  <a:gd name="connsiteY1" fmla="*/ 1822521 h 1822521"/>
                  <a:gd name="connsiteX2" fmla="*/ 0 w 12192000"/>
                  <a:gd name="connsiteY2" fmla="*/ 1822521 h 1822521"/>
                  <a:gd name="connsiteX3" fmla="*/ 0 w 12192000"/>
                  <a:gd name="connsiteY3" fmla="*/ 6421 h 1822521"/>
                  <a:gd name="connsiteX4" fmla="*/ 3079516 w 12192000"/>
                  <a:gd name="connsiteY4" fmla="*/ 6421 h 1822521"/>
                  <a:gd name="connsiteX5" fmla="*/ 7607041 w 12192000"/>
                  <a:gd name="connsiteY5" fmla="*/ 1174821 h 1822521"/>
                  <a:gd name="connsiteX6" fmla="*/ 12091942 w 12192000"/>
                  <a:gd name="connsiteY6" fmla="*/ 31623 h 1822521"/>
                  <a:gd name="connsiteX0-1" fmla="*/ 12192000 w 12192000"/>
                  <a:gd name="connsiteY0-2" fmla="*/ 182257 h 2004778"/>
                  <a:gd name="connsiteX1-3" fmla="*/ 12192000 w 12192000"/>
                  <a:gd name="connsiteY1-4" fmla="*/ 2004778 h 2004778"/>
                  <a:gd name="connsiteX2-5" fmla="*/ 0 w 12192000"/>
                  <a:gd name="connsiteY2-6" fmla="*/ 2004778 h 2004778"/>
                  <a:gd name="connsiteX3-7" fmla="*/ 0 w 12192000"/>
                  <a:gd name="connsiteY3-8" fmla="*/ 188678 h 2004778"/>
                  <a:gd name="connsiteX4-9" fmla="*/ 3079516 w 12192000"/>
                  <a:gd name="connsiteY4-10" fmla="*/ 188678 h 2004778"/>
                  <a:gd name="connsiteX5-11" fmla="*/ 7607041 w 12192000"/>
                  <a:gd name="connsiteY5-12" fmla="*/ 1357078 h 2004778"/>
                  <a:gd name="connsiteX6-13" fmla="*/ 12091942 w 12192000"/>
                  <a:gd name="connsiteY6-14" fmla="*/ 213880 h 2004778"/>
                  <a:gd name="connsiteX7" fmla="*/ 12192000 w 12192000"/>
                  <a:gd name="connsiteY7" fmla="*/ 182257 h 2004778"/>
                  <a:gd name="connsiteX0-15" fmla="*/ 12192000 w 12192000"/>
                  <a:gd name="connsiteY0-16" fmla="*/ 80 h 1822601"/>
                  <a:gd name="connsiteX1-17" fmla="*/ 12192000 w 12192000"/>
                  <a:gd name="connsiteY1-18" fmla="*/ 1822601 h 1822601"/>
                  <a:gd name="connsiteX2-19" fmla="*/ 0 w 12192000"/>
                  <a:gd name="connsiteY2-20" fmla="*/ 1822601 h 1822601"/>
                  <a:gd name="connsiteX3-21" fmla="*/ 0 w 12192000"/>
                  <a:gd name="connsiteY3-22" fmla="*/ 6501 h 1822601"/>
                  <a:gd name="connsiteX4-23" fmla="*/ 7607041 w 12192000"/>
                  <a:gd name="connsiteY4-24" fmla="*/ 1174901 h 1822601"/>
                  <a:gd name="connsiteX5-25" fmla="*/ 12091942 w 12192000"/>
                  <a:gd name="connsiteY5-26" fmla="*/ 31703 h 1822601"/>
                  <a:gd name="connsiteX6-27" fmla="*/ 12192000 w 12192000"/>
                  <a:gd name="connsiteY6-28" fmla="*/ 80 h 18226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1822601">
                    <a:moveTo>
                      <a:pt x="12192000" y="80"/>
                    </a:moveTo>
                    <a:lnTo>
                      <a:pt x="12192000" y="1822601"/>
                    </a:lnTo>
                    <a:lnTo>
                      <a:pt x="0" y="1822601"/>
                    </a:lnTo>
                    <a:lnTo>
                      <a:pt x="0" y="6501"/>
                    </a:lnTo>
                    <a:cubicBezTo>
                      <a:pt x="1267840" y="-101449"/>
                      <a:pt x="5591717" y="1170701"/>
                      <a:pt x="7607041" y="1174901"/>
                    </a:cubicBezTo>
                    <a:cubicBezTo>
                      <a:pt x="9548994" y="1173049"/>
                      <a:pt x="11086913" y="372255"/>
                      <a:pt x="12091942" y="31703"/>
                    </a:cubicBezTo>
                    <a:lnTo>
                      <a:pt x="12192000" y="80"/>
                    </a:lnTo>
                    <a:close/>
                  </a:path>
                </a:pathLst>
              </a:custGeom>
              <a:gradFill flip="none" rotWithShape="1">
                <a:gsLst>
                  <a:gs pos="0">
                    <a:schemeClr val="accent1">
                      <a:lumMod val="60000"/>
                      <a:lumOff val="4000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矩形 40"/>
              <p:cNvSpPr/>
              <p:nvPr/>
            </p:nvSpPr>
            <p:spPr>
              <a:xfrm>
                <a:off x="58280" y="5012268"/>
                <a:ext cx="12191989" cy="1675403"/>
              </a:xfrm>
              <a:prstGeom prst="rect">
                <a:avLst/>
              </a:prstGeom>
              <a:gradFill flip="none" rotWithShape="1">
                <a:gsLst>
                  <a:gs pos="18000">
                    <a:schemeClr val="bg1">
                      <a:alpha val="0"/>
                    </a:schemeClr>
                  </a:gs>
                  <a:gs pos="100000">
                    <a:schemeClr val="bg1"/>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2" name="组合 41"/>
            <p:cNvGrpSpPr/>
            <p:nvPr/>
          </p:nvGrpSpPr>
          <p:grpSpPr>
            <a:xfrm>
              <a:off x="-44913" y="5830606"/>
              <a:ext cx="12192000" cy="721602"/>
              <a:chOff x="-640853" y="5964869"/>
              <a:chExt cx="13081781" cy="721602"/>
            </a:xfrm>
          </p:grpSpPr>
          <p:sp>
            <p:nvSpPr>
              <p:cNvPr id="43" name="任意多边形: 形状 42"/>
              <p:cNvSpPr/>
              <p:nvPr/>
            </p:nvSpPr>
            <p:spPr>
              <a:xfrm rot="267240" flipH="1" flipV="1">
                <a:off x="-640853" y="596486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p:cNvSpPr/>
              <p:nvPr/>
            </p:nvSpPr>
            <p:spPr>
              <a:xfrm rot="233092" flipH="1" flipV="1">
                <a:off x="-640853" y="597313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任意多边形: 形状 44"/>
              <p:cNvSpPr/>
              <p:nvPr/>
            </p:nvSpPr>
            <p:spPr>
              <a:xfrm rot="198944" flipH="1" flipV="1">
                <a:off x="-640853" y="598140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任意多边形: 形状 45"/>
              <p:cNvSpPr/>
              <p:nvPr/>
            </p:nvSpPr>
            <p:spPr>
              <a:xfrm rot="164796" flipH="1" flipV="1">
                <a:off x="-640853" y="598967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任意多边形: 形状 46"/>
              <p:cNvSpPr/>
              <p:nvPr/>
            </p:nvSpPr>
            <p:spPr>
              <a:xfrm rot="130648" flipH="1" flipV="1">
                <a:off x="-640853" y="599794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任意多边形: 形状 47"/>
              <p:cNvSpPr/>
              <p:nvPr/>
            </p:nvSpPr>
            <p:spPr>
              <a:xfrm rot="96499" flipH="1" flipV="1">
                <a:off x="-640853" y="600621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任意多边形: 形状 48"/>
              <p:cNvSpPr/>
              <p:nvPr/>
            </p:nvSpPr>
            <p:spPr>
              <a:xfrm rot="62351" flipH="1" flipV="1">
                <a:off x="-640853" y="601448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任意多边形: 形状 49"/>
              <p:cNvSpPr/>
              <p:nvPr/>
            </p:nvSpPr>
            <p:spPr>
              <a:xfrm rot="28203" flipH="1" flipV="1">
                <a:off x="-640853" y="602275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任意多边形: 形状 50"/>
              <p:cNvSpPr/>
              <p:nvPr/>
            </p:nvSpPr>
            <p:spPr>
              <a:xfrm rot="21594055" flipH="1" flipV="1">
                <a:off x="-640853" y="603102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任意多边形: 形状 51"/>
              <p:cNvSpPr/>
              <p:nvPr/>
            </p:nvSpPr>
            <p:spPr>
              <a:xfrm rot="21559907" flipH="1" flipV="1">
                <a:off x="-640853" y="603929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3" name="任意多边形: 形状 52"/>
              <p:cNvSpPr/>
              <p:nvPr/>
            </p:nvSpPr>
            <p:spPr>
              <a:xfrm rot="21525759" flipH="1" flipV="1">
                <a:off x="-640853" y="604756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4" name="任意多边形: 形状 53"/>
              <p:cNvSpPr/>
              <p:nvPr/>
            </p:nvSpPr>
            <p:spPr>
              <a:xfrm rot="21491611" flipH="1" flipV="1">
                <a:off x="-640853" y="605583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任意多边形: 形状 54"/>
              <p:cNvSpPr/>
              <p:nvPr/>
            </p:nvSpPr>
            <p:spPr>
              <a:xfrm rot="21457463" flipH="1" flipV="1">
                <a:off x="-640853" y="606410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任意多边形: 形状 55"/>
              <p:cNvSpPr/>
              <p:nvPr/>
            </p:nvSpPr>
            <p:spPr>
              <a:xfrm rot="21423315" flipH="1" flipV="1">
                <a:off x="-640853" y="607237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任意多边形: 形状 56"/>
              <p:cNvSpPr/>
              <p:nvPr/>
            </p:nvSpPr>
            <p:spPr>
              <a:xfrm rot="21389167" flipH="1" flipV="1">
                <a:off x="-640853" y="608064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任意多边形: 形状 57"/>
              <p:cNvSpPr/>
              <p:nvPr/>
            </p:nvSpPr>
            <p:spPr>
              <a:xfrm rot="21355018" flipH="1" flipV="1">
                <a:off x="-640853" y="608891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9" name="任意多边形: 形状 58"/>
              <p:cNvSpPr/>
              <p:nvPr/>
            </p:nvSpPr>
            <p:spPr>
              <a:xfrm rot="21320870" flipH="1" flipV="1">
                <a:off x="-640853" y="609718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 name="文本框 6"/>
          <p:cNvSpPr txBox="1"/>
          <p:nvPr/>
        </p:nvSpPr>
        <p:spPr>
          <a:xfrm>
            <a:off x="686629" y="1588700"/>
            <a:ext cx="2553498" cy="2215991"/>
          </a:xfrm>
          <a:prstGeom prst="rect">
            <a:avLst/>
          </a:prstGeom>
          <a:noFill/>
          <a:effectLst/>
        </p:spPr>
        <p:txBody>
          <a:bodyPr wrap="square" rtlCol="0">
            <a:spAutoFit/>
          </a:bodyPr>
          <a:lstStyle/>
          <a:p>
            <a:r>
              <a:rPr lang="en-US" altLang="zh-CN" sz="13800" dirty="0">
                <a:solidFill>
                  <a:schemeClr val="accent1"/>
                </a:solidFill>
                <a:latin typeface="+mj-lt"/>
                <a:ea typeface="OPPOSans B" panose="00020600040101010101" pitchFamily="18" charset="-122"/>
                <a:cs typeface="OPPOSans B" panose="00020600040101010101" pitchFamily="18" charset="-122"/>
              </a:rPr>
              <a:t>01</a:t>
            </a:r>
            <a:endParaRPr lang="en-US" altLang="zh-CN" sz="13800" dirty="0">
              <a:solidFill>
                <a:schemeClr val="accent1"/>
              </a:solidFill>
              <a:latin typeface="+mj-lt"/>
              <a:ea typeface="OPPOSans B" panose="00020600040101010101" pitchFamily="18" charset="-122"/>
              <a:cs typeface="OPPOSans B" panose="00020600040101010101" pitchFamily="18" charset="-122"/>
            </a:endParaRPr>
          </a:p>
        </p:txBody>
      </p:sp>
      <p:sp>
        <p:nvSpPr>
          <p:cNvPr id="33" name="文本框 32"/>
          <p:cNvSpPr txBox="1"/>
          <p:nvPr/>
        </p:nvSpPr>
        <p:spPr>
          <a:xfrm>
            <a:off x="2856145" y="2236703"/>
            <a:ext cx="4812068" cy="1568450"/>
          </a:xfrm>
          <a:prstGeom prst="rect">
            <a:avLst/>
          </a:prstGeom>
          <a:noFill/>
          <a:effectLst/>
        </p:spPr>
        <p:txBody>
          <a:bodyPr wrap="square" rtlCol="0">
            <a:spAutoFit/>
          </a:bodyPr>
          <a:lstStyle/>
          <a:p>
            <a:r>
              <a:rPr lang="en-US" altLang="zh-CN" sz="4800" dirty="0">
                <a:solidFill>
                  <a:schemeClr val="accent1"/>
                </a:solidFill>
                <a:latin typeface="+mj-lt"/>
                <a:cs typeface="OPPOSans B" panose="00020600040101010101" pitchFamily="18" charset="-122"/>
              </a:rPr>
              <a:t>Project OverView</a:t>
            </a:r>
            <a:endParaRPr lang="ar-EG" altLang="en-US" sz="4800" dirty="0">
              <a:solidFill>
                <a:schemeClr val="accent1"/>
              </a:solidFill>
              <a:latin typeface="+mj-lt"/>
              <a:cs typeface="OPPOSans B" panose="00020600040101010101" pitchFamily="18" charset="-122"/>
            </a:endParaRPr>
          </a:p>
        </p:txBody>
      </p:sp>
      <p:sp>
        <p:nvSpPr>
          <p:cNvPr id="84" name="矩形: 圆角 83"/>
          <p:cNvSpPr/>
          <p:nvPr/>
        </p:nvSpPr>
        <p:spPr>
          <a:xfrm>
            <a:off x="2906985" y="3665115"/>
            <a:ext cx="4153063" cy="406116"/>
          </a:xfrm>
          <a:prstGeom prst="roundRect">
            <a:avLst>
              <a:gd name="adj" fmla="val 50000"/>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813127" y="993175"/>
            <a:ext cx="752804" cy="485949"/>
            <a:chOff x="1122102" y="1475300"/>
            <a:chExt cx="752804" cy="485949"/>
          </a:xfrm>
        </p:grpSpPr>
        <p:sp>
          <p:nvSpPr>
            <p:cNvPr id="4" name="矩形: 圆角 3"/>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Text Box 10"/>
          <p:cNvSpPr txBox="1"/>
          <p:nvPr/>
        </p:nvSpPr>
        <p:spPr>
          <a:xfrm>
            <a:off x="3156585" y="3703955"/>
            <a:ext cx="4064000" cy="368300"/>
          </a:xfrm>
          <a:prstGeom prst="rect">
            <a:avLst/>
          </a:prstGeom>
          <a:noFill/>
        </p:spPr>
        <p:txBody>
          <a:bodyPr wrap="square" rtlCol="0">
            <a:spAutoFit/>
          </a:bodyPr>
          <a:p>
            <a:r>
              <a:rPr lang="en-US" altLang="en-US"/>
              <a:t>A Presentation OverView</a:t>
            </a:r>
            <a:endParaRPr lang="en-US" altLang="en-US"/>
          </a:p>
        </p:txBody>
      </p:sp>
      <p:pic>
        <p:nvPicPr>
          <p:cNvPr id="15" name="Picture 14" descr="egyptair-logo-png_seeklogo-46182 (1)555"/>
          <p:cNvPicPr>
            <a:picLocks noChangeAspect="1"/>
          </p:cNvPicPr>
          <p:nvPr/>
        </p:nvPicPr>
        <p:blipFill>
          <a:blip r:embed="rId1"/>
          <a:stretch>
            <a:fillRect/>
          </a:stretch>
        </p:blipFill>
        <p:spPr>
          <a:xfrm>
            <a:off x="7814945" y="1311275"/>
            <a:ext cx="3602736" cy="3602736"/>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p:cNvGrpSpPr/>
          <p:nvPr/>
        </p:nvGrpSpPr>
        <p:grpSpPr>
          <a:xfrm>
            <a:off x="0" y="0"/>
            <a:ext cx="12192000" cy="908832"/>
            <a:chOff x="0" y="0"/>
            <a:chExt cx="12192000" cy="908832"/>
          </a:xfrm>
        </p:grpSpPr>
        <p:grpSp>
          <p:nvGrpSpPr>
            <p:cNvPr id="21" name="组合 20"/>
            <p:cNvGrpSpPr/>
            <p:nvPr/>
          </p:nvGrpSpPr>
          <p:grpSpPr>
            <a:xfrm>
              <a:off x="0" y="0"/>
              <a:ext cx="12192000" cy="908832"/>
              <a:chOff x="0" y="-240920"/>
              <a:chExt cx="12192000" cy="908832"/>
            </a:xfrm>
          </p:grpSpPr>
          <p:sp>
            <p:nvSpPr>
              <p:cNvPr id="17" name="矩形 16"/>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51" name="直接连接符 50"/>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6106160" y="292100"/>
            <a:ext cx="1293495" cy="300355"/>
          </a:xfrm>
          <a:prstGeom prst="rect">
            <a:avLst/>
          </a:prstGeom>
          <a:noFill/>
        </p:spPr>
        <p:txBody>
          <a:bodyPr wrap="square">
            <a:noAutofit/>
          </a:bodyPr>
          <a:lstStyle/>
          <a:p>
            <a:pPr algn="ctr"/>
            <a:endParaRPr lang="en-US" altLang="zh-CN" sz="1100" dirty="0">
              <a:solidFill>
                <a:schemeClr val="tx1">
                  <a:lumMod val="75000"/>
                  <a:lumOff val="25000"/>
                </a:schemeClr>
              </a:solidFill>
            </a:endParaRPr>
          </a:p>
        </p:txBody>
      </p:sp>
      <p:sp>
        <p:nvSpPr>
          <p:cNvPr id="12" name="文本框 11"/>
          <p:cNvSpPr txBox="1"/>
          <p:nvPr/>
        </p:nvSpPr>
        <p:spPr>
          <a:xfrm>
            <a:off x="584163" y="256605"/>
            <a:ext cx="3277302"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OverView</a:t>
            </a:r>
            <a:endParaRPr lang="en-US" altLang="en-US" sz="2800" dirty="0">
              <a:solidFill>
                <a:schemeClr val="accent1"/>
              </a:solidFill>
              <a:latin typeface="+mj-lt"/>
              <a:ea typeface="OPPOSans B" panose="00020600040101010101" pitchFamily="18" charset="-122"/>
              <a:cs typeface="OPPOSans B" panose="00020600040101010101" pitchFamily="18" charset="-122"/>
            </a:endParaRPr>
          </a:p>
        </p:txBody>
      </p:sp>
      <p:grpSp>
        <p:nvGrpSpPr>
          <p:cNvPr id="23" name="组合 22"/>
          <p:cNvGrpSpPr/>
          <p:nvPr/>
        </p:nvGrpSpPr>
        <p:grpSpPr>
          <a:xfrm>
            <a:off x="-432521" y="-883713"/>
            <a:ext cx="1208430" cy="1210843"/>
            <a:chOff x="2393917" y="-3025705"/>
            <a:chExt cx="2800348" cy="2805939"/>
          </a:xfrm>
        </p:grpSpPr>
        <p:sp>
          <p:nvSpPr>
            <p:cNvPr id="24" name="弧形 23"/>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弧形 24"/>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 name="组合 70"/>
          <p:cNvGrpSpPr/>
          <p:nvPr/>
        </p:nvGrpSpPr>
        <p:grpSpPr>
          <a:xfrm flipH="1">
            <a:off x="96220" y="1660133"/>
            <a:ext cx="190890" cy="4413649"/>
            <a:chOff x="11171403" y="2286587"/>
            <a:chExt cx="190890" cy="4413649"/>
          </a:xfrm>
        </p:grpSpPr>
        <p:cxnSp>
          <p:nvCxnSpPr>
            <p:cNvPr id="72" name="直接连接符 71"/>
            <p:cNvCxnSpPr/>
            <p:nvPr/>
          </p:nvCxnSpPr>
          <p:spPr>
            <a:xfrm>
              <a:off x="11239500" y="2378602"/>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11239500" y="2470617"/>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1239500" y="2562632"/>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1171403" y="2286587"/>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171403" y="2654649"/>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11239500" y="2747224"/>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11239500" y="2839239"/>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11239500" y="2931254"/>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11171403" y="3023271"/>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11239500" y="3114682"/>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11239500" y="3206697"/>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1239500" y="3298712"/>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11171403" y="3390729"/>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11239500" y="3482010"/>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11239500" y="3574025"/>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11239500" y="3666040"/>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11171403" y="3758057"/>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11239500" y="3850632"/>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1239500" y="3942647"/>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239500" y="4034662"/>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1171403" y="4126679"/>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11239500" y="4218090"/>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11239500" y="4310105"/>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11239500" y="4402120"/>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11171403" y="4494137"/>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1239500" y="4584701"/>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11239500" y="4676716"/>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11239500" y="4768731"/>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11171403" y="4860748"/>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11239500" y="4953323"/>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11239500" y="5045338"/>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11239500" y="5137353"/>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11171403" y="5229370"/>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1239500" y="5320781"/>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239500" y="5412796"/>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11239500" y="5504811"/>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11171403" y="5596828"/>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11239500" y="5688109"/>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11239500" y="5780124"/>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11239500" y="5872139"/>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11171403" y="5964156"/>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11239500" y="6056731"/>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11239500" y="6148746"/>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11239500" y="6240761"/>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11171403" y="6332778"/>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11239500" y="6424189"/>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11239500" y="6516204"/>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11239500" y="6608219"/>
              <a:ext cx="122793"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1171403" y="6700236"/>
              <a:ext cx="190889"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21" name="灯片编号占位符 120"/>
          <p:cNvSpPr>
            <a:spLocks noGrp="1"/>
          </p:cNvSpPr>
          <p:nvPr>
            <p:ph type="sldNum" sz="quarter" idx="12"/>
          </p:nvPr>
        </p:nvSpPr>
        <p:spPr/>
        <p:txBody>
          <a:bodyPr/>
          <a:lstStyle/>
          <a:p>
            <a:fld id="{9B618960-8005-486C-9A75-10CB2AAC16F9}" type="slidenum">
              <a:rPr lang="en-US" smtClean="0"/>
            </a:fld>
            <a:endParaRPr lang="en-US" dirty="0"/>
          </a:p>
        </p:txBody>
      </p:sp>
      <p:grpSp>
        <p:nvGrpSpPr>
          <p:cNvPr id="11" name="组合 10"/>
          <p:cNvGrpSpPr/>
          <p:nvPr/>
        </p:nvGrpSpPr>
        <p:grpSpPr>
          <a:xfrm>
            <a:off x="6330458" y="2545952"/>
            <a:ext cx="351589" cy="351589"/>
            <a:chOff x="6320579" y="2168346"/>
            <a:chExt cx="351589" cy="351589"/>
          </a:xfrm>
        </p:grpSpPr>
        <p:sp>
          <p:nvSpPr>
            <p:cNvPr id="15" name="矩形: 圆角 14"/>
            <p:cNvSpPr/>
            <p:nvPr/>
          </p:nvSpPr>
          <p:spPr>
            <a:xfrm>
              <a:off x="6320579" y="216834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18" name="图形 17"/>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2818" y="2200585"/>
              <a:ext cx="287110" cy="287110"/>
            </a:xfrm>
            <a:prstGeom prst="rect">
              <a:avLst/>
            </a:prstGeom>
          </p:spPr>
        </p:pic>
      </p:grpSp>
      <p:sp>
        <p:nvSpPr>
          <p:cNvPr id="245" name="文本框 244"/>
          <p:cNvSpPr txBox="1"/>
          <p:nvPr/>
        </p:nvSpPr>
        <p:spPr>
          <a:xfrm>
            <a:off x="1029745" y="4920546"/>
            <a:ext cx="5394816" cy="327660"/>
          </a:xfrm>
          <a:prstGeom prst="rect">
            <a:avLst/>
          </a:prstGeom>
          <a:noFill/>
          <a:effectLst/>
        </p:spPr>
        <p:txBody>
          <a:bodyPr wrap="square" rtlCol="0">
            <a:spAutoFit/>
          </a:bodyPr>
          <a:lstStyle/>
          <a:p>
            <a:pPr>
              <a:lnSpc>
                <a:spcPct val="110000"/>
              </a:lnSpc>
            </a:pPr>
            <a:r>
              <a:rPr lang="en-US" altLang="zh-CN" sz="1400" dirty="0">
                <a:solidFill>
                  <a:schemeClr val="tx1">
                    <a:lumMod val="75000"/>
                    <a:lumOff val="25000"/>
                  </a:schemeClr>
                </a:solidFill>
                <a:cs typeface="OPPOSans B" panose="00020600040101010101" pitchFamily="18" charset="-122"/>
              </a:rPr>
              <a:t> </a:t>
            </a:r>
            <a:endParaRPr lang="en-US" altLang="zh-CN" sz="1400" dirty="0">
              <a:solidFill>
                <a:schemeClr val="tx1">
                  <a:lumMod val="75000"/>
                  <a:lumOff val="25000"/>
                </a:schemeClr>
              </a:solidFill>
              <a:cs typeface="OPPOSans B" panose="00020600040101010101" pitchFamily="18" charset="-122"/>
            </a:endParaRPr>
          </a:p>
        </p:txBody>
      </p:sp>
      <p:grpSp>
        <p:nvGrpSpPr>
          <p:cNvPr id="231" name="组合 230"/>
          <p:cNvGrpSpPr/>
          <p:nvPr/>
        </p:nvGrpSpPr>
        <p:grpSpPr>
          <a:xfrm>
            <a:off x="6330458" y="4417562"/>
            <a:ext cx="351589" cy="351589"/>
            <a:chOff x="6391777" y="4380776"/>
            <a:chExt cx="351589" cy="351589"/>
          </a:xfrm>
        </p:grpSpPr>
        <p:sp>
          <p:nvSpPr>
            <p:cNvPr id="31" name="矩形: 圆角 30"/>
            <p:cNvSpPr/>
            <p:nvPr/>
          </p:nvSpPr>
          <p:spPr>
            <a:xfrm>
              <a:off x="6391777" y="438077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216" name="图形 215"/>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4016" y="4413015"/>
              <a:ext cx="287110" cy="287110"/>
            </a:xfrm>
            <a:prstGeom prst="rect">
              <a:avLst/>
            </a:prstGeom>
          </p:spPr>
        </p:pic>
      </p:grpSp>
      <p:sp>
        <p:nvSpPr>
          <p:cNvPr id="19" name="矩形: 圆顶角 150"/>
          <p:cNvSpPr/>
          <p:nvPr/>
        </p:nvSpPr>
        <p:spPr>
          <a:xfrm>
            <a:off x="287291" y="1480185"/>
            <a:ext cx="6451203" cy="4776799"/>
          </a:xfrm>
          <a:prstGeom prst="round2SameRect">
            <a:avLst>
              <a:gd name="adj1" fmla="val 4039"/>
              <a:gd name="adj2" fmla="val 2587"/>
            </a:avLst>
          </a:prstGeom>
          <a:solidFill>
            <a:sysClr val="window" lastClr="FFFFFF"/>
          </a:solidFill>
          <a:ln w="19050" cap="flat" cmpd="sng" algn="ctr">
            <a:gradFill flip="none" rotWithShape="1">
              <a:gsLst>
                <a:gs pos="0">
                  <a:schemeClr val="accent1">
                    <a:lumMod val="20000"/>
                    <a:lumOff val="80000"/>
                  </a:schemeClr>
                </a:gs>
                <a:gs pos="100000">
                  <a:schemeClr val="accent1"/>
                </a:gs>
              </a:gsLst>
              <a:lin ang="16200000" scaled="1"/>
              <a:tileRect/>
            </a:gradFill>
            <a:prstDash val="solid"/>
            <a:miter lim="800000"/>
          </a:ln>
          <a:effectLst>
            <a:outerShdw blurRad="190500" dist="63500" dir="2700000" rotWithShape="0">
              <a:srgbClr val="1A6DB8">
                <a:lumMod val="60000"/>
                <a:lumOff val="40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OPPOSans R" panose="00020600040101010101" pitchFamily="18" charset="-122"/>
              <a:ea typeface="OPPOSans R" panose="00020600040101010101" pitchFamily="18" charset="-122"/>
            </a:endParaRPr>
          </a:p>
        </p:txBody>
      </p:sp>
      <p:sp>
        <p:nvSpPr>
          <p:cNvPr id="26" name="矩形: 圆角 240"/>
          <p:cNvSpPr/>
          <p:nvPr/>
        </p:nvSpPr>
        <p:spPr>
          <a:xfrm>
            <a:off x="461010" y="2397125"/>
            <a:ext cx="6022340" cy="358457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600">
                <a:solidFill>
                  <a:schemeClr val="bg2">
                    <a:lumMod val="10000"/>
                  </a:schemeClr>
                </a:solidFill>
              </a:rPr>
              <a:t>In the ever-evolving world of travel, EgyptAir stands out with a robust online presence designed to cater to the needs of modern travelers. As Egypt's flagship airline, EgyptAir has made significant strides in digital innovation to streamline the travel experience. This project aims to redesign the EgyptAir website to enhance user experience, making it more intuitive, efficient, and responsive to the needs of today's travelers</a:t>
            </a:r>
            <a:endParaRPr lang="en-US" altLang="en-US" sz="1600">
              <a:solidFill>
                <a:schemeClr val="bg2">
                  <a:lumMod val="10000"/>
                </a:schemeClr>
              </a:solidFill>
            </a:endParaRPr>
          </a:p>
        </p:txBody>
      </p:sp>
      <p:sp>
        <p:nvSpPr>
          <p:cNvPr id="27" name="矩形: 圆顶角 155"/>
          <p:cNvSpPr/>
          <p:nvPr/>
        </p:nvSpPr>
        <p:spPr>
          <a:xfrm>
            <a:off x="393065" y="1564640"/>
            <a:ext cx="6257290" cy="556260"/>
          </a:xfrm>
          <a:prstGeom prst="round2SameRect">
            <a:avLst>
              <a:gd name="adj1" fmla="val 28622"/>
              <a:gd name="adj2" fmla="val 13352"/>
            </a:avLst>
          </a:prstGeom>
          <a:gradFill flip="none" rotWithShape="1">
            <a:gsLst>
              <a:gs pos="1000">
                <a:schemeClr val="accent1">
                  <a:lumMod val="40000"/>
                  <a:lumOff val="60000"/>
                </a:schemeClr>
              </a:gs>
              <a:gs pos="84000">
                <a:schemeClr val="accent1"/>
              </a:gs>
            </a:gsLst>
            <a:lin ang="2700000" scaled="1"/>
            <a:tileRect/>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en-US" altLang="zh-CN" sz="2400" b="1" dirty="0">
                <a:solidFill>
                  <a:schemeClr val="lt1"/>
                </a:solidFill>
              </a:rPr>
              <a:t>Project Overview</a:t>
            </a:r>
            <a:endParaRPr lang="en-US" altLang="zh-CN" sz="2400" b="1" dirty="0">
              <a:solidFill>
                <a:schemeClr val="lt1"/>
              </a:solidFill>
            </a:endParaRPr>
          </a:p>
        </p:txBody>
      </p:sp>
      <p:pic>
        <p:nvPicPr>
          <p:cNvPr id="13" name="Picture 12" descr="d1cba6189768509.Y3JvcCwyODU0LDIyMzMsMzg4LDA"/>
          <p:cNvPicPr>
            <a:picLocks noChangeAspect="1"/>
          </p:cNvPicPr>
          <p:nvPr/>
        </p:nvPicPr>
        <p:blipFill>
          <a:blip r:embed="rId5"/>
          <a:stretch>
            <a:fillRect/>
          </a:stretch>
        </p:blipFill>
        <p:spPr>
          <a:xfrm>
            <a:off x="7686040" y="2305050"/>
            <a:ext cx="3639185" cy="2901315"/>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组合 96"/>
          <p:cNvGrpSpPr/>
          <p:nvPr/>
        </p:nvGrpSpPr>
        <p:grpSpPr>
          <a:xfrm>
            <a:off x="-44913" y="5415739"/>
            <a:ext cx="12236913" cy="1442261"/>
            <a:chOff x="-44913" y="5415739"/>
            <a:chExt cx="12236913" cy="1442261"/>
          </a:xfrm>
        </p:grpSpPr>
        <p:grpSp>
          <p:nvGrpSpPr>
            <p:cNvPr id="39" name="组合 38"/>
            <p:cNvGrpSpPr/>
            <p:nvPr/>
          </p:nvGrpSpPr>
          <p:grpSpPr>
            <a:xfrm>
              <a:off x="0" y="5415739"/>
              <a:ext cx="12192000" cy="1442261"/>
              <a:chOff x="58274" y="5012268"/>
              <a:chExt cx="12192000" cy="1675403"/>
            </a:xfrm>
          </p:grpSpPr>
          <p:sp>
            <p:nvSpPr>
              <p:cNvPr id="40" name="任意多边形: 形状 39"/>
              <p:cNvSpPr/>
              <p:nvPr/>
            </p:nvSpPr>
            <p:spPr>
              <a:xfrm>
                <a:off x="58274" y="5037814"/>
                <a:ext cx="12192000" cy="1649857"/>
              </a:xfrm>
              <a:custGeom>
                <a:avLst/>
                <a:gdLst>
                  <a:gd name="connsiteX0" fmla="*/ 12192000 w 12192000"/>
                  <a:gd name="connsiteY0" fmla="*/ 0 h 1822521"/>
                  <a:gd name="connsiteX1" fmla="*/ 12192000 w 12192000"/>
                  <a:gd name="connsiteY1" fmla="*/ 1822521 h 1822521"/>
                  <a:gd name="connsiteX2" fmla="*/ 0 w 12192000"/>
                  <a:gd name="connsiteY2" fmla="*/ 1822521 h 1822521"/>
                  <a:gd name="connsiteX3" fmla="*/ 0 w 12192000"/>
                  <a:gd name="connsiteY3" fmla="*/ 6421 h 1822521"/>
                  <a:gd name="connsiteX4" fmla="*/ 3079516 w 12192000"/>
                  <a:gd name="connsiteY4" fmla="*/ 6421 h 1822521"/>
                  <a:gd name="connsiteX5" fmla="*/ 7607041 w 12192000"/>
                  <a:gd name="connsiteY5" fmla="*/ 1174821 h 1822521"/>
                  <a:gd name="connsiteX6" fmla="*/ 12091942 w 12192000"/>
                  <a:gd name="connsiteY6" fmla="*/ 31623 h 1822521"/>
                  <a:gd name="connsiteX0-1" fmla="*/ 12192000 w 12192000"/>
                  <a:gd name="connsiteY0-2" fmla="*/ 182257 h 2004778"/>
                  <a:gd name="connsiteX1-3" fmla="*/ 12192000 w 12192000"/>
                  <a:gd name="connsiteY1-4" fmla="*/ 2004778 h 2004778"/>
                  <a:gd name="connsiteX2-5" fmla="*/ 0 w 12192000"/>
                  <a:gd name="connsiteY2-6" fmla="*/ 2004778 h 2004778"/>
                  <a:gd name="connsiteX3-7" fmla="*/ 0 w 12192000"/>
                  <a:gd name="connsiteY3-8" fmla="*/ 188678 h 2004778"/>
                  <a:gd name="connsiteX4-9" fmla="*/ 3079516 w 12192000"/>
                  <a:gd name="connsiteY4-10" fmla="*/ 188678 h 2004778"/>
                  <a:gd name="connsiteX5-11" fmla="*/ 7607041 w 12192000"/>
                  <a:gd name="connsiteY5-12" fmla="*/ 1357078 h 2004778"/>
                  <a:gd name="connsiteX6-13" fmla="*/ 12091942 w 12192000"/>
                  <a:gd name="connsiteY6-14" fmla="*/ 213880 h 2004778"/>
                  <a:gd name="connsiteX7" fmla="*/ 12192000 w 12192000"/>
                  <a:gd name="connsiteY7" fmla="*/ 182257 h 2004778"/>
                  <a:gd name="connsiteX0-15" fmla="*/ 12192000 w 12192000"/>
                  <a:gd name="connsiteY0-16" fmla="*/ 80 h 1822601"/>
                  <a:gd name="connsiteX1-17" fmla="*/ 12192000 w 12192000"/>
                  <a:gd name="connsiteY1-18" fmla="*/ 1822601 h 1822601"/>
                  <a:gd name="connsiteX2-19" fmla="*/ 0 w 12192000"/>
                  <a:gd name="connsiteY2-20" fmla="*/ 1822601 h 1822601"/>
                  <a:gd name="connsiteX3-21" fmla="*/ 0 w 12192000"/>
                  <a:gd name="connsiteY3-22" fmla="*/ 6501 h 1822601"/>
                  <a:gd name="connsiteX4-23" fmla="*/ 7607041 w 12192000"/>
                  <a:gd name="connsiteY4-24" fmla="*/ 1174901 h 1822601"/>
                  <a:gd name="connsiteX5-25" fmla="*/ 12091942 w 12192000"/>
                  <a:gd name="connsiteY5-26" fmla="*/ 31703 h 1822601"/>
                  <a:gd name="connsiteX6-27" fmla="*/ 12192000 w 12192000"/>
                  <a:gd name="connsiteY6-28" fmla="*/ 80 h 18226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1822601">
                    <a:moveTo>
                      <a:pt x="12192000" y="80"/>
                    </a:moveTo>
                    <a:lnTo>
                      <a:pt x="12192000" y="1822601"/>
                    </a:lnTo>
                    <a:lnTo>
                      <a:pt x="0" y="1822601"/>
                    </a:lnTo>
                    <a:lnTo>
                      <a:pt x="0" y="6501"/>
                    </a:lnTo>
                    <a:cubicBezTo>
                      <a:pt x="1267840" y="-101449"/>
                      <a:pt x="5591717" y="1170701"/>
                      <a:pt x="7607041" y="1174901"/>
                    </a:cubicBezTo>
                    <a:cubicBezTo>
                      <a:pt x="9548994" y="1173049"/>
                      <a:pt x="11086913" y="372255"/>
                      <a:pt x="12091942" y="31703"/>
                    </a:cubicBezTo>
                    <a:lnTo>
                      <a:pt x="12192000" y="80"/>
                    </a:lnTo>
                    <a:close/>
                  </a:path>
                </a:pathLst>
              </a:custGeom>
              <a:gradFill flip="none" rotWithShape="1">
                <a:gsLst>
                  <a:gs pos="0">
                    <a:schemeClr val="accent1">
                      <a:lumMod val="60000"/>
                      <a:lumOff val="4000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矩形 40"/>
              <p:cNvSpPr/>
              <p:nvPr/>
            </p:nvSpPr>
            <p:spPr>
              <a:xfrm>
                <a:off x="58280" y="5012268"/>
                <a:ext cx="12191989" cy="1675403"/>
              </a:xfrm>
              <a:prstGeom prst="rect">
                <a:avLst/>
              </a:prstGeom>
              <a:gradFill flip="none" rotWithShape="1">
                <a:gsLst>
                  <a:gs pos="18000">
                    <a:schemeClr val="bg1">
                      <a:alpha val="0"/>
                    </a:schemeClr>
                  </a:gs>
                  <a:gs pos="100000">
                    <a:schemeClr val="bg1"/>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2" name="组合 41"/>
            <p:cNvGrpSpPr/>
            <p:nvPr/>
          </p:nvGrpSpPr>
          <p:grpSpPr>
            <a:xfrm>
              <a:off x="-44913" y="5830606"/>
              <a:ext cx="12192000" cy="721602"/>
              <a:chOff x="-640853" y="5964869"/>
              <a:chExt cx="13081781" cy="721602"/>
            </a:xfrm>
          </p:grpSpPr>
          <p:sp>
            <p:nvSpPr>
              <p:cNvPr id="43" name="任意多边形: 形状 42"/>
              <p:cNvSpPr/>
              <p:nvPr/>
            </p:nvSpPr>
            <p:spPr>
              <a:xfrm rot="267240" flipH="1" flipV="1">
                <a:off x="-640853" y="596486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p:cNvSpPr/>
              <p:nvPr/>
            </p:nvSpPr>
            <p:spPr>
              <a:xfrm rot="233092" flipH="1" flipV="1">
                <a:off x="-640853" y="597313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任意多边形: 形状 44"/>
              <p:cNvSpPr/>
              <p:nvPr/>
            </p:nvSpPr>
            <p:spPr>
              <a:xfrm rot="198944" flipH="1" flipV="1">
                <a:off x="-640853" y="598140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任意多边形: 形状 45"/>
              <p:cNvSpPr/>
              <p:nvPr/>
            </p:nvSpPr>
            <p:spPr>
              <a:xfrm rot="164796" flipH="1" flipV="1">
                <a:off x="-640853" y="598967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任意多边形: 形状 46"/>
              <p:cNvSpPr/>
              <p:nvPr/>
            </p:nvSpPr>
            <p:spPr>
              <a:xfrm rot="130648" flipH="1" flipV="1">
                <a:off x="-640853" y="599794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任意多边形: 形状 47"/>
              <p:cNvSpPr/>
              <p:nvPr/>
            </p:nvSpPr>
            <p:spPr>
              <a:xfrm rot="96499" flipH="1" flipV="1">
                <a:off x="-640853" y="600621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任意多边形: 形状 48"/>
              <p:cNvSpPr/>
              <p:nvPr/>
            </p:nvSpPr>
            <p:spPr>
              <a:xfrm rot="62351" flipH="1" flipV="1">
                <a:off x="-640853" y="601448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任意多边形: 形状 49"/>
              <p:cNvSpPr/>
              <p:nvPr/>
            </p:nvSpPr>
            <p:spPr>
              <a:xfrm rot="28203" flipH="1" flipV="1">
                <a:off x="-640853" y="602275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任意多边形: 形状 50"/>
              <p:cNvSpPr/>
              <p:nvPr/>
            </p:nvSpPr>
            <p:spPr>
              <a:xfrm rot="21594055" flipH="1" flipV="1">
                <a:off x="-640853" y="603102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任意多边形: 形状 51"/>
              <p:cNvSpPr/>
              <p:nvPr/>
            </p:nvSpPr>
            <p:spPr>
              <a:xfrm rot="21559907" flipH="1" flipV="1">
                <a:off x="-640853" y="603929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3" name="任意多边形: 形状 52"/>
              <p:cNvSpPr/>
              <p:nvPr/>
            </p:nvSpPr>
            <p:spPr>
              <a:xfrm rot="21525759" flipH="1" flipV="1">
                <a:off x="-640853" y="604756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4" name="任意多边形: 形状 53"/>
              <p:cNvSpPr/>
              <p:nvPr/>
            </p:nvSpPr>
            <p:spPr>
              <a:xfrm rot="21491611" flipH="1" flipV="1">
                <a:off x="-640853" y="605583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任意多边形: 形状 54"/>
              <p:cNvSpPr/>
              <p:nvPr/>
            </p:nvSpPr>
            <p:spPr>
              <a:xfrm rot="21457463" flipH="1" flipV="1">
                <a:off x="-640853" y="606410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任意多边形: 形状 55"/>
              <p:cNvSpPr/>
              <p:nvPr/>
            </p:nvSpPr>
            <p:spPr>
              <a:xfrm rot="21423315" flipH="1" flipV="1">
                <a:off x="-640853" y="607237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任意多边形: 形状 56"/>
              <p:cNvSpPr/>
              <p:nvPr/>
            </p:nvSpPr>
            <p:spPr>
              <a:xfrm rot="21389167" flipH="1" flipV="1">
                <a:off x="-640853" y="608064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任意多边形: 形状 57"/>
              <p:cNvSpPr/>
              <p:nvPr/>
            </p:nvSpPr>
            <p:spPr>
              <a:xfrm rot="21355018" flipH="1" flipV="1">
                <a:off x="-640853" y="608891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9" name="任意多边形: 形状 58"/>
              <p:cNvSpPr/>
              <p:nvPr/>
            </p:nvSpPr>
            <p:spPr>
              <a:xfrm rot="21320870" flipH="1" flipV="1">
                <a:off x="-640853" y="609718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9" name="图片 8" descr="书架上有许多书&#10;&#10;描述已自动生成"/>
          <p:cNvPicPr>
            <a:picLocks noChangeAspect="1"/>
          </p:cNvPicPr>
          <p:nvPr/>
        </p:nvPicPr>
        <p:blipFill rotWithShape="1">
          <a:blip r:embed="rId1" cstate="print">
            <a:extLst>
              <a:ext uri="{28A0092B-C50C-407E-A947-70E740481C1C}">
                <a14:useLocalDpi xmlns:a14="http://schemas.microsoft.com/office/drawing/2010/main" val="0"/>
              </a:ext>
            </a:extLst>
          </a:blip>
          <a:srcRect l="16651" r="16683"/>
          <a:stretch>
            <a:fillRect/>
          </a:stretch>
        </p:blipFill>
        <p:spPr>
          <a:xfrm>
            <a:off x="917575" y="1346200"/>
            <a:ext cx="3599815" cy="2901315"/>
          </a:xfrm>
          <a:prstGeom prst="ellipse">
            <a:avLst/>
          </a:prstGeom>
          <a:ln w="53975">
            <a:gradFill flip="none" rotWithShape="1">
              <a:gsLst>
                <a:gs pos="0">
                  <a:schemeClr val="accent1">
                    <a:lumMod val="5000"/>
                    <a:lumOff val="95000"/>
                  </a:schemeClr>
                </a:gs>
                <a:gs pos="94492">
                  <a:srgbClr val="ABD6FE"/>
                </a:gs>
                <a:gs pos="39000">
                  <a:schemeClr val="accent1">
                    <a:lumMod val="45000"/>
                    <a:lumOff val="55000"/>
                  </a:schemeClr>
                </a:gs>
                <a:gs pos="74000">
                  <a:schemeClr val="accent1">
                    <a:lumMod val="45000"/>
                    <a:lumOff val="55000"/>
                  </a:schemeClr>
                </a:gs>
              </a:gsLst>
              <a:lin ang="2700000" scaled="1"/>
              <a:tileRect/>
            </a:gradFill>
          </a:ln>
        </p:spPr>
      </p:pic>
      <p:sp>
        <p:nvSpPr>
          <p:cNvPr id="7" name="文本框 6"/>
          <p:cNvSpPr txBox="1"/>
          <p:nvPr/>
        </p:nvSpPr>
        <p:spPr>
          <a:xfrm>
            <a:off x="4950125" y="1606450"/>
            <a:ext cx="2553498" cy="2215991"/>
          </a:xfrm>
          <a:prstGeom prst="rect">
            <a:avLst/>
          </a:prstGeom>
          <a:noFill/>
          <a:effectLst/>
        </p:spPr>
        <p:txBody>
          <a:bodyPr wrap="square" rtlCol="0">
            <a:spAutoFit/>
          </a:bodyPr>
          <a:lstStyle/>
          <a:p>
            <a:r>
              <a:rPr lang="en-US" altLang="zh-CN" sz="13800" dirty="0">
                <a:solidFill>
                  <a:schemeClr val="accent1"/>
                </a:solidFill>
                <a:latin typeface="+mj-lt"/>
                <a:ea typeface="OPPOSans B" panose="00020600040101010101" pitchFamily="18" charset="-122"/>
                <a:cs typeface="OPPOSans B" panose="00020600040101010101" pitchFamily="18" charset="-122"/>
              </a:rPr>
              <a:t>02</a:t>
            </a:r>
            <a:endParaRPr lang="en-US" altLang="zh-CN" sz="13800" dirty="0">
              <a:solidFill>
                <a:schemeClr val="accent1"/>
              </a:solidFill>
              <a:latin typeface="+mj-lt"/>
              <a:ea typeface="OPPOSans B" panose="00020600040101010101" pitchFamily="18" charset="-122"/>
              <a:cs typeface="OPPOSans B" panose="00020600040101010101" pitchFamily="18" charset="-122"/>
            </a:endParaRPr>
          </a:p>
        </p:txBody>
      </p:sp>
      <p:sp>
        <p:nvSpPr>
          <p:cNvPr id="33" name="文本框 32"/>
          <p:cNvSpPr txBox="1"/>
          <p:nvPr/>
        </p:nvSpPr>
        <p:spPr>
          <a:xfrm>
            <a:off x="7542270" y="2382088"/>
            <a:ext cx="4307653" cy="829945"/>
          </a:xfrm>
          <a:prstGeom prst="rect">
            <a:avLst/>
          </a:prstGeom>
          <a:noFill/>
          <a:effectLst/>
        </p:spPr>
        <p:txBody>
          <a:bodyPr wrap="square" rtlCol="0">
            <a:spAutoFit/>
          </a:bodyPr>
          <a:lstStyle/>
          <a:p>
            <a:r>
              <a:rPr lang="en-US" altLang="zh-CN" sz="4800" dirty="0">
                <a:solidFill>
                  <a:schemeClr val="accent1"/>
                </a:solidFill>
                <a:latin typeface="+mj-lt"/>
                <a:cs typeface="OPPOSans B" panose="00020600040101010101" pitchFamily="18" charset="-122"/>
              </a:rPr>
              <a:t>Old Design </a:t>
            </a:r>
            <a:endParaRPr lang="en-US" altLang="zh-CN" sz="4800" dirty="0">
              <a:solidFill>
                <a:schemeClr val="accent1"/>
              </a:solidFill>
              <a:latin typeface="+mj-lt"/>
              <a:cs typeface="OPPOSans B" panose="00020600040101010101" pitchFamily="18" charset="-122"/>
            </a:endParaRPr>
          </a:p>
        </p:txBody>
      </p:sp>
      <p:grpSp>
        <p:nvGrpSpPr>
          <p:cNvPr id="86" name="组合 85"/>
          <p:cNvGrpSpPr/>
          <p:nvPr/>
        </p:nvGrpSpPr>
        <p:grpSpPr>
          <a:xfrm>
            <a:off x="816169" y="934965"/>
            <a:ext cx="752804" cy="485949"/>
            <a:chOff x="1122102" y="1475300"/>
            <a:chExt cx="752804" cy="485949"/>
          </a:xfrm>
        </p:grpSpPr>
        <p:sp>
          <p:nvSpPr>
            <p:cNvPr id="87" name="矩形: 圆角 86"/>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6"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pic>
        <p:nvPicPr>
          <p:cNvPr id="4" name="Picture 3" descr="d1cba6189768509.Y3JvcCwyODU0LDIyMzMsMzg4LDA"/>
          <p:cNvPicPr>
            <a:picLocks noChangeAspect="1"/>
          </p:cNvPicPr>
          <p:nvPr/>
        </p:nvPicPr>
        <p:blipFill>
          <a:blip r:embed="rId2"/>
          <a:stretch>
            <a:fillRect/>
          </a:stretch>
        </p:blipFill>
        <p:spPr>
          <a:xfrm>
            <a:off x="917575" y="1346200"/>
            <a:ext cx="3639185" cy="2901315"/>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373" y="256605"/>
            <a:ext cx="3277302"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Header)</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889635" y="1982470"/>
            <a:ext cx="6022340" cy="404050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30" name="Picture 29"/>
          <p:cNvPicPr>
            <a:picLocks noChangeAspect="1"/>
          </p:cNvPicPr>
          <p:nvPr/>
        </p:nvPicPr>
        <p:blipFill>
          <a:blip r:embed="rId2"/>
          <a:stretch>
            <a:fillRect/>
          </a:stretch>
        </p:blipFill>
        <p:spPr>
          <a:xfrm>
            <a:off x="1003300" y="1982470"/>
            <a:ext cx="5805170" cy="4048125"/>
          </a:xfrm>
          <a:prstGeom prst="round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body (1))</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889635" y="1982470"/>
            <a:ext cx="6022340" cy="404050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5" name="Picture 4"/>
          <p:cNvPicPr>
            <a:picLocks noChangeAspect="1"/>
          </p:cNvPicPr>
          <p:nvPr/>
        </p:nvPicPr>
        <p:blipFill>
          <a:blip r:embed="rId2"/>
          <a:stretch>
            <a:fillRect/>
          </a:stretch>
        </p:blipFill>
        <p:spPr>
          <a:xfrm>
            <a:off x="1228725" y="2159635"/>
            <a:ext cx="5416550" cy="3803650"/>
          </a:xfrm>
          <a:prstGeom prst="round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body (2))</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889635" y="1982470"/>
            <a:ext cx="6022340" cy="404050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6" name="Picture 5"/>
          <p:cNvPicPr>
            <a:picLocks noChangeAspect="1"/>
          </p:cNvPicPr>
          <p:nvPr/>
        </p:nvPicPr>
        <p:blipFill>
          <a:blip r:embed="rId2"/>
          <a:stretch>
            <a:fillRect/>
          </a:stretch>
        </p:blipFill>
        <p:spPr>
          <a:xfrm>
            <a:off x="1309370" y="2477135"/>
            <a:ext cx="5218430" cy="3261360"/>
          </a:xfrm>
          <a:prstGeom prst="round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body (3))</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889635" y="1982470"/>
            <a:ext cx="6022340" cy="4216400"/>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5" name="Picture 4"/>
          <p:cNvPicPr>
            <a:picLocks noChangeAspect="1"/>
          </p:cNvPicPr>
          <p:nvPr/>
        </p:nvPicPr>
        <p:blipFill>
          <a:blip r:embed="rId2"/>
          <a:stretch>
            <a:fillRect/>
          </a:stretch>
        </p:blipFill>
        <p:spPr>
          <a:xfrm>
            <a:off x="1779905" y="2037715"/>
            <a:ext cx="4203700" cy="4280535"/>
          </a:xfrm>
          <a:prstGeom prst="round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Footer(1))</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889635" y="1272540"/>
            <a:ext cx="6022340" cy="4926330"/>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6" name="Picture 5"/>
          <p:cNvPicPr>
            <a:picLocks noChangeAspect="1"/>
          </p:cNvPicPr>
          <p:nvPr/>
        </p:nvPicPr>
        <p:blipFill>
          <a:blip r:embed="rId2"/>
          <a:stretch>
            <a:fillRect/>
          </a:stretch>
        </p:blipFill>
        <p:spPr>
          <a:xfrm>
            <a:off x="1502410" y="1372870"/>
            <a:ext cx="4770755" cy="4736465"/>
          </a:xfrm>
          <a:prstGeom prst="round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Footer(2))</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1192530" y="1373505"/>
            <a:ext cx="4965700" cy="482536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5" name="Picture 4"/>
          <p:cNvPicPr>
            <a:picLocks noChangeAspect="1"/>
          </p:cNvPicPr>
          <p:nvPr/>
        </p:nvPicPr>
        <p:blipFill>
          <a:blip r:embed="rId2"/>
          <a:stretch>
            <a:fillRect/>
          </a:stretch>
        </p:blipFill>
        <p:spPr>
          <a:xfrm>
            <a:off x="1552575" y="1465580"/>
            <a:ext cx="4253230" cy="4535170"/>
          </a:xfrm>
          <a:prstGeom prst="round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810760" cy="521970"/>
          </a:xfrm>
          <a:prstGeom prst="rect">
            <a:avLst/>
          </a:prstGeom>
          <a:noFill/>
          <a:effectLst/>
        </p:spPr>
        <p:txBody>
          <a:bodyPr wrap="square" rtlCol="0">
            <a:spAutoFit/>
          </a:bodyPr>
          <a:lstStyle/>
          <a:p>
            <a:r>
              <a:rPr lang="en-US" altLang="zh-CN" sz="2800" dirty="0">
                <a:solidFill>
                  <a:schemeClr val="accent1"/>
                </a:solidFill>
                <a:latin typeface="+mj-lt"/>
                <a:ea typeface="OPPOSans B" panose="00020600040101010101" pitchFamily="18" charset="-122"/>
                <a:cs typeface="OPPOSans B" panose="00020600040101010101" pitchFamily="18" charset="-122"/>
              </a:rPr>
              <a:t>Old Design Issues (Home page )</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85" name="矩形: 圆角 84"/>
          <p:cNvSpPr/>
          <p:nvPr/>
        </p:nvSpPr>
        <p:spPr>
          <a:xfrm>
            <a:off x="621517" y="117044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矩形: 圆角 88"/>
          <p:cNvSpPr/>
          <p:nvPr>
            <p:custDataLst>
              <p:tags r:id="rId1"/>
            </p:custDataLst>
          </p:nvPr>
        </p:nvSpPr>
        <p:spPr>
          <a:xfrm>
            <a:off x="6304342" y="1714681"/>
            <a:ext cx="5402124" cy="4554111"/>
          </a:xfrm>
          <a:prstGeom prst="roundRect">
            <a:avLst>
              <a:gd name="adj" fmla="val 5184"/>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524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41" name="矩形: 圆角 40"/>
          <p:cNvSpPr/>
          <p:nvPr>
            <p:custDataLst>
              <p:tags r:id="rId2"/>
            </p:custDataLst>
          </p:nvPr>
        </p:nvSpPr>
        <p:spPr>
          <a:xfrm>
            <a:off x="494628" y="1698171"/>
            <a:ext cx="5402124" cy="4554111"/>
          </a:xfrm>
          <a:prstGeom prst="roundRect">
            <a:avLst>
              <a:gd name="adj" fmla="val 5184"/>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75" name="文本框 74"/>
          <p:cNvSpPr txBox="1"/>
          <p:nvPr>
            <p:custDataLst>
              <p:tags r:id="rId3"/>
            </p:custDataLst>
          </p:nvPr>
        </p:nvSpPr>
        <p:spPr>
          <a:xfrm>
            <a:off x="823662" y="2350826"/>
            <a:ext cx="4715676" cy="1037590"/>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There is no clear hierarchy guiding the user’s attention. Important elements such as booking actions, offers, and services compete visually instead of following a clear top-to-bottom priority</a:t>
            </a:r>
            <a:r>
              <a:rPr lang="en-US" altLang="zh-CN" sz="1400" dirty="0">
                <a:solidFill>
                  <a:schemeClr val="tx1">
                    <a:lumMod val="75000"/>
                    <a:lumOff val="25000"/>
                  </a:schemeClr>
                </a:solidFill>
                <a:cs typeface="OPPOSans B" panose="00020600040101010101" pitchFamily="18" charset="-122"/>
              </a:rPr>
              <a:t>. </a:t>
            </a:r>
            <a:endParaRPr lang="en-US" altLang="zh-CN" sz="1400" dirty="0">
              <a:solidFill>
                <a:schemeClr val="tx1">
                  <a:lumMod val="75000"/>
                  <a:lumOff val="25000"/>
                </a:schemeClr>
              </a:solidFill>
              <a:cs typeface="OPPOSans B" panose="00020600040101010101" pitchFamily="18" charset="-122"/>
            </a:endParaRPr>
          </a:p>
        </p:txBody>
      </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6" name="文本框 145"/>
          <p:cNvSpPr txBox="1"/>
          <p:nvPr>
            <p:custDataLst>
              <p:tags r:id="rId4"/>
            </p:custDataLst>
          </p:nvPr>
        </p:nvSpPr>
        <p:spPr>
          <a:xfrm>
            <a:off x="1096464" y="1926463"/>
            <a:ext cx="2266872" cy="368300"/>
          </a:xfrm>
          <a:prstGeom prst="rect">
            <a:avLst/>
          </a:prstGeom>
          <a:noFill/>
          <a:effectLst/>
        </p:spPr>
        <p:txBody>
          <a:bodyPr wrap="square" rtlCol="0">
            <a:spAutoFit/>
          </a:bodyPr>
          <a:lstStyle/>
          <a:p>
            <a:r>
              <a:rPr lang="en-US" altLang="en-US" dirty="0">
                <a:solidFill>
                  <a:schemeClr val="accent1"/>
                </a:solidFill>
                <a:latin typeface="+mj-lt"/>
                <a:cs typeface="OPPOSans B" panose="00020600040101010101" pitchFamily="18" charset="-122"/>
              </a:rPr>
              <a:t>Weak Visual Hierarchy</a:t>
            </a:r>
            <a:endParaRPr lang="en-US" altLang="en-US" dirty="0">
              <a:solidFill>
                <a:schemeClr val="accent1"/>
              </a:solidFill>
              <a:latin typeface="+mj-lt"/>
              <a:cs typeface="OPPOSans B" panose="00020600040101010101" pitchFamily="18" charset="-122"/>
            </a:endParaRPr>
          </a:p>
        </p:txBody>
      </p:sp>
      <p:sp>
        <p:nvSpPr>
          <p:cNvPr id="147" name="文本框 146"/>
          <p:cNvSpPr txBox="1"/>
          <p:nvPr>
            <p:custDataLst>
              <p:tags r:id="rId5"/>
            </p:custDataLst>
          </p:nvPr>
        </p:nvSpPr>
        <p:spPr>
          <a:xfrm>
            <a:off x="823662" y="4341245"/>
            <a:ext cx="4715676" cy="800735"/>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zh-CN" sz="1400" dirty="0">
                <a:solidFill>
                  <a:schemeClr val="tx1">
                    <a:lumMod val="75000"/>
                    <a:lumOff val="25000"/>
                  </a:schemeClr>
                </a:solidFill>
                <a:cs typeface="OPPOSans B" panose="00020600040101010101" pitchFamily="18" charset="-122"/>
              </a:rPr>
              <a:t>Presentations are communication tools that can be used as demonstrations, lectures, speeches, reports, and more. Most of the time, they're presented before an audience. </a:t>
            </a:r>
            <a:endParaRPr lang="en-US" altLang="zh-CN" sz="1400" dirty="0">
              <a:solidFill>
                <a:schemeClr val="tx1">
                  <a:lumMod val="75000"/>
                  <a:lumOff val="25000"/>
                </a:schemeClr>
              </a:solidFill>
              <a:cs typeface="OPPOSans B" panose="00020600040101010101" pitchFamily="18" charset="-122"/>
            </a:endParaRPr>
          </a:p>
        </p:txBody>
      </p:sp>
      <p:sp>
        <p:nvSpPr>
          <p:cNvPr id="148" name="文本框 147"/>
          <p:cNvSpPr txBox="1"/>
          <p:nvPr>
            <p:custDataLst>
              <p:tags r:id="rId6"/>
            </p:custDataLst>
          </p:nvPr>
        </p:nvSpPr>
        <p:spPr>
          <a:xfrm>
            <a:off x="1096645" y="3916680"/>
            <a:ext cx="3890645" cy="369570"/>
          </a:xfrm>
          <a:prstGeom prst="rect">
            <a:avLst/>
          </a:prstGeom>
          <a:noFill/>
          <a:effectLst/>
        </p:spPr>
        <p:txBody>
          <a:bodyPr wrap="square" rtlCol="0">
            <a:noAutofit/>
          </a:bodyPr>
          <a:lstStyle/>
          <a:p>
            <a:r>
              <a:rPr lang="en-US" altLang="en-US" dirty="0">
                <a:solidFill>
                  <a:schemeClr val="accent1"/>
                </a:solidFill>
                <a:latin typeface="+mj-lt"/>
                <a:cs typeface="OPPOSans B" panose="00020600040101010101" pitchFamily="18" charset="-122"/>
              </a:rPr>
              <a:t>Inconsistent Spacing and Alignment</a:t>
            </a:r>
            <a:endParaRPr lang="en-US" altLang="en-US" dirty="0">
              <a:solidFill>
                <a:schemeClr val="accent1"/>
              </a:solidFill>
              <a:latin typeface="+mj-lt"/>
              <a:cs typeface="OPPOSans B" panose="00020600040101010101" pitchFamily="18" charset="-122"/>
            </a:endParaRPr>
          </a:p>
        </p:txBody>
      </p:sp>
      <p:sp>
        <p:nvSpPr>
          <p:cNvPr id="149" name="文本框 148"/>
          <p:cNvSpPr txBox="1"/>
          <p:nvPr>
            <p:custDataLst>
              <p:tags r:id="rId7"/>
            </p:custDataLst>
          </p:nvPr>
        </p:nvSpPr>
        <p:spPr>
          <a:xfrm>
            <a:off x="6647180" y="2350826"/>
            <a:ext cx="4715676" cy="800735"/>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The footer contains a large amount of information presented at once, which can overwhelm users and make it difficult to locate specific links efficiently</a:t>
            </a:r>
            <a:r>
              <a:rPr lang="en-US" altLang="zh-CN" dirty="0">
                <a:latin typeface="+mn-lt"/>
              </a:rPr>
              <a:t>. </a:t>
            </a:r>
            <a:endParaRPr lang="en-US" altLang="zh-CN" dirty="0">
              <a:latin typeface="+mn-lt"/>
            </a:endParaRPr>
          </a:p>
        </p:txBody>
      </p:sp>
      <p:sp>
        <p:nvSpPr>
          <p:cNvPr id="150" name="文本框 149"/>
          <p:cNvSpPr txBox="1"/>
          <p:nvPr>
            <p:custDataLst>
              <p:tags r:id="rId8"/>
            </p:custDataLst>
          </p:nvPr>
        </p:nvSpPr>
        <p:spPr>
          <a:xfrm>
            <a:off x="6920230" y="1926590"/>
            <a:ext cx="304546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 Footer Information Overload</a:t>
            </a:r>
            <a:endParaRPr lang="en-US" altLang="en-US" dirty="0">
              <a:solidFill>
                <a:schemeClr val="accent2"/>
              </a:solidFill>
              <a:latin typeface="+mj-lt"/>
              <a:cs typeface="OPPOSans B" panose="00020600040101010101" pitchFamily="18" charset="-122"/>
            </a:endParaRPr>
          </a:p>
        </p:txBody>
      </p:sp>
      <p:sp>
        <p:nvSpPr>
          <p:cNvPr id="151" name="文本框 150"/>
          <p:cNvSpPr txBox="1"/>
          <p:nvPr>
            <p:custDataLst>
              <p:tags r:id="rId9"/>
            </p:custDataLst>
          </p:nvPr>
        </p:nvSpPr>
        <p:spPr>
          <a:xfrm>
            <a:off x="6647180" y="4341245"/>
            <a:ext cx="4715676" cy="1037590"/>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While functional, the overall design lacks modern UI polish, such as refined typography, consistent iconography, and smoother visual transitions, which could enhance the perceived brand quality.</a:t>
            </a:r>
            <a:r>
              <a:rPr lang="en-US" altLang="zh-CN" dirty="0">
                <a:latin typeface="+mn-lt"/>
              </a:rPr>
              <a:t>. </a:t>
            </a:r>
            <a:endParaRPr lang="en-US" altLang="zh-CN" dirty="0">
              <a:latin typeface="+mn-lt"/>
            </a:endParaRPr>
          </a:p>
        </p:txBody>
      </p:sp>
      <p:sp>
        <p:nvSpPr>
          <p:cNvPr id="152" name="文本框 151"/>
          <p:cNvSpPr txBox="1"/>
          <p:nvPr>
            <p:custDataLst>
              <p:tags r:id="rId10"/>
            </p:custDataLst>
          </p:nvPr>
        </p:nvSpPr>
        <p:spPr>
          <a:xfrm>
            <a:off x="6920230" y="3916680"/>
            <a:ext cx="349123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Lack of Modern UI Refinement</a:t>
            </a:r>
            <a:endParaRPr lang="en-US" altLang="en-US" dirty="0">
              <a:solidFill>
                <a:schemeClr val="accent2"/>
              </a:solidFill>
              <a:latin typeface="+mj-lt"/>
              <a:cs typeface="OPPOSans B" panose="00020600040101010101" pitchFamily="18" charset="-122"/>
            </a:endParaRPr>
          </a:p>
        </p:txBody>
      </p:sp>
      <p:grpSp>
        <p:nvGrpSpPr>
          <p:cNvPr id="219" name="组合 218"/>
          <p:cNvGrpSpPr/>
          <p:nvPr>
            <p:custDataLst>
              <p:tags r:id="rId11"/>
            </p:custDataLst>
          </p:nvPr>
        </p:nvGrpSpPr>
        <p:grpSpPr>
          <a:xfrm>
            <a:off x="5073809" y="5970568"/>
            <a:ext cx="614163" cy="87894"/>
            <a:chOff x="5006919" y="6034068"/>
            <a:chExt cx="614163" cy="87894"/>
          </a:xfrm>
        </p:grpSpPr>
        <p:sp>
          <p:nvSpPr>
            <p:cNvPr id="213" name="矩形: 圆角 212"/>
            <p:cNvSpPr/>
            <p:nvPr>
              <p:custDataLst>
                <p:tags r:id="rId12"/>
              </p:custDataLst>
            </p:nvPr>
          </p:nvSpPr>
          <p:spPr>
            <a:xfrm>
              <a:off x="5006919" y="6034068"/>
              <a:ext cx="493521"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矩形: 圆角 213"/>
            <p:cNvSpPr/>
            <p:nvPr>
              <p:custDataLst>
                <p:tags r:id="rId13"/>
              </p:custDataLst>
            </p:nvPr>
          </p:nvSpPr>
          <p:spPr>
            <a:xfrm>
              <a:off x="5531083" y="6034068"/>
              <a:ext cx="89999"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0" name="组合 219"/>
          <p:cNvGrpSpPr/>
          <p:nvPr>
            <p:custDataLst>
              <p:tags r:id="rId14"/>
            </p:custDataLst>
          </p:nvPr>
        </p:nvGrpSpPr>
        <p:grpSpPr>
          <a:xfrm>
            <a:off x="10874379" y="5970568"/>
            <a:ext cx="614163" cy="87894"/>
            <a:chOff x="10891524" y="6034068"/>
            <a:chExt cx="614163" cy="87894"/>
          </a:xfrm>
        </p:grpSpPr>
        <p:sp>
          <p:nvSpPr>
            <p:cNvPr id="217" name="矩形: 圆角 216"/>
            <p:cNvSpPr/>
            <p:nvPr>
              <p:custDataLst>
                <p:tags r:id="rId15"/>
              </p:custDataLst>
            </p:nvPr>
          </p:nvSpPr>
          <p:spPr>
            <a:xfrm>
              <a:off x="10891524" y="6034068"/>
              <a:ext cx="493521"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圆角 217"/>
            <p:cNvSpPr/>
            <p:nvPr>
              <p:custDataLst>
                <p:tags r:id="rId16"/>
              </p:custDataLst>
            </p:nvPr>
          </p:nvSpPr>
          <p:spPr>
            <a:xfrm>
              <a:off x="11415688" y="6034068"/>
              <a:ext cx="89999"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custDataLst>
              <p:tags r:id="rId17"/>
            </p:custDataLst>
          </p:nvPr>
        </p:nvGrpSpPr>
        <p:grpSpPr>
          <a:xfrm>
            <a:off x="724779" y="1935335"/>
            <a:ext cx="351589" cy="351589"/>
            <a:chOff x="6320579" y="2168346"/>
            <a:chExt cx="351589" cy="351589"/>
          </a:xfrm>
        </p:grpSpPr>
        <p:sp>
          <p:nvSpPr>
            <p:cNvPr id="6" name="矩形: 圆角 5"/>
            <p:cNvSpPr/>
            <p:nvPr>
              <p:custDataLst>
                <p:tags r:id="rId18"/>
              </p:custDataLst>
            </p:nvPr>
          </p:nvSpPr>
          <p:spPr>
            <a:xfrm>
              <a:off x="6320579" y="216834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7" name="图形 6"/>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352818" y="2200585"/>
              <a:ext cx="287110" cy="287110"/>
            </a:xfrm>
            <a:prstGeom prst="rect">
              <a:avLst/>
            </a:prstGeom>
          </p:spPr>
        </p:pic>
      </p:grpSp>
      <p:grpSp>
        <p:nvGrpSpPr>
          <p:cNvPr id="8" name="组合 7"/>
          <p:cNvGrpSpPr/>
          <p:nvPr>
            <p:custDataLst>
              <p:tags r:id="rId22"/>
            </p:custDataLst>
          </p:nvPr>
        </p:nvGrpSpPr>
        <p:grpSpPr>
          <a:xfrm>
            <a:off x="724779" y="3925754"/>
            <a:ext cx="351589" cy="351589"/>
            <a:chOff x="6391777" y="4380776"/>
            <a:chExt cx="351589" cy="351589"/>
          </a:xfrm>
        </p:grpSpPr>
        <p:sp>
          <p:nvSpPr>
            <p:cNvPr id="9" name="矩形: 圆角 8"/>
            <p:cNvSpPr/>
            <p:nvPr>
              <p:custDataLst>
                <p:tags r:id="rId23"/>
              </p:custDataLst>
            </p:nvPr>
          </p:nvSpPr>
          <p:spPr>
            <a:xfrm>
              <a:off x="6391777" y="438077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10" name="图形 9"/>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24016" y="4413015"/>
              <a:ext cx="287110" cy="287110"/>
            </a:xfrm>
            <a:prstGeom prst="rect">
              <a:avLst/>
            </a:prstGeom>
          </p:spPr>
        </p:pic>
      </p:grpSp>
      <p:grpSp>
        <p:nvGrpSpPr>
          <p:cNvPr id="44" name="组合 43"/>
          <p:cNvGrpSpPr/>
          <p:nvPr>
            <p:custDataLst>
              <p:tags r:id="rId27"/>
            </p:custDataLst>
          </p:nvPr>
        </p:nvGrpSpPr>
        <p:grpSpPr>
          <a:xfrm>
            <a:off x="6605955" y="1935335"/>
            <a:ext cx="351589" cy="351589"/>
            <a:chOff x="6597700" y="1935335"/>
            <a:chExt cx="351589" cy="351589"/>
          </a:xfrm>
        </p:grpSpPr>
        <p:sp>
          <p:nvSpPr>
            <p:cNvPr id="34" name="矩形: 圆角 33"/>
            <p:cNvSpPr/>
            <p:nvPr>
              <p:custDataLst>
                <p:tags r:id="rId28"/>
              </p:custDataLst>
            </p:nvPr>
          </p:nvSpPr>
          <p:spPr>
            <a:xfrm>
              <a:off x="6597700" y="1935335"/>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0" name="图形 39"/>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629939" y="1967574"/>
              <a:ext cx="287110" cy="287110"/>
            </a:xfrm>
            <a:prstGeom prst="rect">
              <a:avLst/>
            </a:prstGeom>
          </p:spPr>
        </p:pic>
      </p:grpSp>
      <p:grpSp>
        <p:nvGrpSpPr>
          <p:cNvPr id="43" name="组合 42"/>
          <p:cNvGrpSpPr/>
          <p:nvPr>
            <p:custDataLst>
              <p:tags r:id="rId32"/>
            </p:custDataLst>
          </p:nvPr>
        </p:nvGrpSpPr>
        <p:grpSpPr>
          <a:xfrm>
            <a:off x="6605955" y="3925754"/>
            <a:ext cx="351589" cy="351589"/>
            <a:chOff x="6597700" y="3925754"/>
            <a:chExt cx="351589" cy="351589"/>
          </a:xfrm>
        </p:grpSpPr>
        <p:sp>
          <p:nvSpPr>
            <p:cNvPr id="38" name="矩形: 圆角 37"/>
            <p:cNvSpPr/>
            <p:nvPr>
              <p:custDataLst>
                <p:tags r:id="rId33"/>
              </p:custDataLst>
            </p:nvPr>
          </p:nvSpPr>
          <p:spPr>
            <a:xfrm>
              <a:off x="6597700" y="3925754"/>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2" name="图形 41"/>
            <p:cNvPicPr/>
            <p:nvPr>
              <p:custDataLst>
                <p:tags r:id="rId34"/>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629939" y="3957993"/>
              <a:ext cx="287110" cy="28711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ar-EG" sz="2800" dirty="0">
                <a:solidFill>
                  <a:schemeClr val="accent1"/>
                </a:solidFill>
                <a:latin typeface="+mj-lt"/>
                <a:ea typeface="OPPOSans B" panose="00020600040101010101" pitchFamily="18" charset="-122"/>
                <a:cs typeface="OPPOSans B" panose="00020600040101010101" pitchFamily="18" charset="-122"/>
              </a:rPr>
              <a:t>Login Page </a:t>
            </a:r>
            <a:endParaRPr lang="en-US" altLang="ar-EG"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297815" y="1010920"/>
            <a:ext cx="7240270" cy="5541010"/>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5" name="Picture 4"/>
          <p:cNvPicPr>
            <a:picLocks noChangeAspect="1"/>
          </p:cNvPicPr>
          <p:nvPr/>
        </p:nvPicPr>
        <p:blipFill>
          <a:blip r:embed="rId2"/>
          <a:stretch>
            <a:fillRect/>
          </a:stretch>
        </p:blipFill>
        <p:spPr>
          <a:xfrm>
            <a:off x="486410" y="1219835"/>
            <a:ext cx="6829425" cy="5176520"/>
          </a:xfrm>
          <a:prstGeom prst="round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810760" cy="521970"/>
          </a:xfrm>
          <a:prstGeom prst="rect">
            <a:avLst/>
          </a:prstGeom>
          <a:noFill/>
          <a:effectLst/>
        </p:spPr>
        <p:txBody>
          <a:bodyPr wrap="square" rtlCol="0">
            <a:spAutoFit/>
          </a:bodyPr>
          <a:lstStyle/>
          <a:p>
            <a:r>
              <a:rPr lang="en-US" altLang="zh-CN" sz="2800" dirty="0">
                <a:solidFill>
                  <a:schemeClr val="accent1"/>
                </a:solidFill>
                <a:latin typeface="+mj-lt"/>
                <a:ea typeface="OPPOSans B" panose="00020600040101010101" pitchFamily="18" charset="-122"/>
                <a:cs typeface="OPPOSans B" panose="00020600040101010101" pitchFamily="18" charset="-122"/>
              </a:rPr>
              <a:t>Old Design Issues (Login page )</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85" name="矩形: 圆角 84"/>
          <p:cNvSpPr/>
          <p:nvPr/>
        </p:nvSpPr>
        <p:spPr>
          <a:xfrm>
            <a:off x="621517" y="117044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矩形: 圆角 88"/>
          <p:cNvSpPr/>
          <p:nvPr>
            <p:custDataLst>
              <p:tags r:id="rId1"/>
            </p:custDataLst>
          </p:nvPr>
        </p:nvSpPr>
        <p:spPr>
          <a:xfrm>
            <a:off x="6304342" y="1714681"/>
            <a:ext cx="5402124" cy="4554111"/>
          </a:xfrm>
          <a:prstGeom prst="roundRect">
            <a:avLst>
              <a:gd name="adj" fmla="val 5184"/>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524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41" name="矩形: 圆角 40"/>
          <p:cNvSpPr/>
          <p:nvPr>
            <p:custDataLst>
              <p:tags r:id="rId2"/>
            </p:custDataLst>
          </p:nvPr>
        </p:nvSpPr>
        <p:spPr>
          <a:xfrm>
            <a:off x="494628" y="1698171"/>
            <a:ext cx="5402124" cy="4554111"/>
          </a:xfrm>
          <a:prstGeom prst="roundRect">
            <a:avLst>
              <a:gd name="adj" fmla="val 5184"/>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75" name="文本框 74"/>
          <p:cNvSpPr txBox="1"/>
          <p:nvPr>
            <p:custDataLst>
              <p:tags r:id="rId3"/>
            </p:custDataLst>
          </p:nvPr>
        </p:nvSpPr>
        <p:spPr>
          <a:xfrm>
            <a:off x="823662" y="2350826"/>
            <a:ext cx="4715676" cy="564515"/>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There is too much unused white space around the form, which makes the page feel sparse and less focused</a:t>
            </a:r>
            <a:r>
              <a:rPr lang="en-US" altLang="zh-CN" sz="1400" dirty="0">
                <a:solidFill>
                  <a:schemeClr val="tx1">
                    <a:lumMod val="75000"/>
                    <a:lumOff val="25000"/>
                  </a:schemeClr>
                </a:solidFill>
                <a:cs typeface="OPPOSans B" panose="00020600040101010101" pitchFamily="18" charset="-122"/>
              </a:rPr>
              <a:t>. </a:t>
            </a:r>
            <a:endParaRPr lang="en-US" altLang="zh-CN" sz="1400" dirty="0">
              <a:solidFill>
                <a:schemeClr val="tx1">
                  <a:lumMod val="75000"/>
                  <a:lumOff val="25000"/>
                </a:schemeClr>
              </a:solidFill>
              <a:cs typeface="OPPOSans B" panose="00020600040101010101" pitchFamily="18" charset="-122"/>
            </a:endParaRPr>
          </a:p>
        </p:txBody>
      </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6" name="文本框 145"/>
          <p:cNvSpPr txBox="1"/>
          <p:nvPr>
            <p:custDataLst>
              <p:tags r:id="rId4"/>
            </p:custDataLst>
          </p:nvPr>
        </p:nvSpPr>
        <p:spPr>
          <a:xfrm>
            <a:off x="1096464" y="1926463"/>
            <a:ext cx="2266872" cy="368300"/>
          </a:xfrm>
          <a:prstGeom prst="rect">
            <a:avLst/>
          </a:prstGeom>
          <a:noFill/>
          <a:effectLst/>
        </p:spPr>
        <p:txBody>
          <a:bodyPr wrap="square" rtlCol="0">
            <a:spAutoFit/>
          </a:bodyPr>
          <a:lstStyle/>
          <a:p>
            <a:r>
              <a:rPr lang="en-US" altLang="en-US" dirty="0">
                <a:solidFill>
                  <a:schemeClr val="accent1"/>
                </a:solidFill>
                <a:latin typeface="+mj-lt"/>
                <a:cs typeface="OPPOSans B" panose="00020600040101010101" pitchFamily="18" charset="-122"/>
              </a:rPr>
              <a:t>Excessive empty space</a:t>
            </a:r>
            <a:endParaRPr lang="en-US" altLang="en-US" dirty="0">
              <a:solidFill>
                <a:schemeClr val="accent1"/>
              </a:solidFill>
              <a:latin typeface="+mj-lt"/>
              <a:cs typeface="OPPOSans B" panose="00020600040101010101" pitchFamily="18" charset="-122"/>
            </a:endParaRPr>
          </a:p>
        </p:txBody>
      </p:sp>
      <p:sp>
        <p:nvSpPr>
          <p:cNvPr id="147" name="文本框 146"/>
          <p:cNvSpPr txBox="1"/>
          <p:nvPr>
            <p:custDataLst>
              <p:tags r:id="rId5"/>
            </p:custDataLst>
          </p:nvPr>
        </p:nvSpPr>
        <p:spPr>
          <a:xfrm>
            <a:off x="823662" y="4341245"/>
            <a:ext cx="4715676" cy="564515"/>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The overall look feels outdated compared to current airline or loyalty program UI standards.</a:t>
            </a:r>
            <a:r>
              <a:rPr lang="en-US" altLang="zh-CN" sz="1400" dirty="0">
                <a:solidFill>
                  <a:schemeClr val="tx1">
                    <a:lumMod val="75000"/>
                    <a:lumOff val="25000"/>
                  </a:schemeClr>
                </a:solidFill>
                <a:cs typeface="OPPOSans B" panose="00020600040101010101" pitchFamily="18" charset="-122"/>
              </a:rPr>
              <a:t> </a:t>
            </a:r>
            <a:endParaRPr lang="en-US" altLang="zh-CN" sz="1400" dirty="0">
              <a:solidFill>
                <a:schemeClr val="tx1">
                  <a:lumMod val="75000"/>
                  <a:lumOff val="25000"/>
                </a:schemeClr>
              </a:solidFill>
              <a:cs typeface="OPPOSans B" panose="00020600040101010101" pitchFamily="18" charset="-122"/>
            </a:endParaRPr>
          </a:p>
        </p:txBody>
      </p:sp>
      <p:sp>
        <p:nvSpPr>
          <p:cNvPr id="148" name="文本框 147"/>
          <p:cNvSpPr txBox="1"/>
          <p:nvPr>
            <p:custDataLst>
              <p:tags r:id="rId6"/>
            </p:custDataLst>
          </p:nvPr>
        </p:nvSpPr>
        <p:spPr>
          <a:xfrm>
            <a:off x="1096645" y="3916680"/>
            <a:ext cx="3890645" cy="369570"/>
          </a:xfrm>
          <a:prstGeom prst="rect">
            <a:avLst/>
          </a:prstGeom>
          <a:noFill/>
          <a:effectLst/>
        </p:spPr>
        <p:txBody>
          <a:bodyPr wrap="square" rtlCol="0">
            <a:noAutofit/>
          </a:bodyPr>
          <a:lstStyle/>
          <a:p>
            <a:r>
              <a:rPr lang="en-US" altLang="en-US" dirty="0">
                <a:solidFill>
                  <a:schemeClr val="accent1"/>
                </a:solidFill>
                <a:latin typeface="+mj-lt"/>
                <a:cs typeface="OPPOSans B" panose="00020600040101010101" pitchFamily="18" charset="-122"/>
              </a:rPr>
              <a:t>Not visually modern</a:t>
            </a:r>
            <a:endParaRPr lang="en-US" altLang="en-US" dirty="0">
              <a:solidFill>
                <a:schemeClr val="accent1"/>
              </a:solidFill>
              <a:latin typeface="+mj-lt"/>
              <a:cs typeface="OPPOSans B" panose="00020600040101010101" pitchFamily="18" charset="-122"/>
            </a:endParaRPr>
          </a:p>
        </p:txBody>
      </p:sp>
      <p:sp>
        <p:nvSpPr>
          <p:cNvPr id="149" name="文本框 148"/>
          <p:cNvSpPr txBox="1"/>
          <p:nvPr>
            <p:custDataLst>
              <p:tags r:id="rId7"/>
            </p:custDataLst>
          </p:nvPr>
        </p:nvSpPr>
        <p:spPr>
          <a:xfrm>
            <a:off x="6647180" y="2350826"/>
            <a:ext cx="4715676" cy="564515"/>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“Login” and “Join Now” buttons look almost identical, which can confuse users about the main action</a:t>
            </a:r>
            <a:r>
              <a:rPr lang="en-US" altLang="zh-CN" dirty="0">
                <a:latin typeface="+mn-lt"/>
              </a:rPr>
              <a:t>. </a:t>
            </a:r>
            <a:endParaRPr lang="en-US" altLang="zh-CN" dirty="0">
              <a:latin typeface="+mn-lt"/>
            </a:endParaRPr>
          </a:p>
        </p:txBody>
      </p:sp>
      <p:sp>
        <p:nvSpPr>
          <p:cNvPr id="150" name="文本框 149"/>
          <p:cNvSpPr txBox="1"/>
          <p:nvPr>
            <p:custDataLst>
              <p:tags r:id="rId8"/>
            </p:custDataLst>
          </p:nvPr>
        </p:nvSpPr>
        <p:spPr>
          <a:xfrm>
            <a:off x="6920230" y="1926590"/>
            <a:ext cx="3943985"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 Unclear primary vs secondary action</a:t>
            </a:r>
            <a:endParaRPr lang="en-US" altLang="en-US" dirty="0">
              <a:solidFill>
                <a:schemeClr val="accent2"/>
              </a:solidFill>
              <a:latin typeface="+mj-lt"/>
              <a:cs typeface="OPPOSans B" panose="00020600040101010101" pitchFamily="18" charset="-122"/>
            </a:endParaRPr>
          </a:p>
        </p:txBody>
      </p:sp>
      <p:sp>
        <p:nvSpPr>
          <p:cNvPr id="151" name="文本框 150"/>
          <p:cNvSpPr txBox="1"/>
          <p:nvPr>
            <p:custDataLst>
              <p:tags r:id="rId9"/>
            </p:custDataLst>
          </p:nvPr>
        </p:nvSpPr>
        <p:spPr>
          <a:xfrm>
            <a:off x="6647180" y="4341245"/>
            <a:ext cx="4715676" cy="800735"/>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There is no visible recovery link for users who forget their PIN, which can cause frustration and increase support request.</a:t>
            </a:r>
            <a:endParaRPr lang="en-US" altLang="zh-CN" dirty="0">
              <a:latin typeface="+mn-lt"/>
            </a:endParaRPr>
          </a:p>
        </p:txBody>
      </p:sp>
      <p:sp>
        <p:nvSpPr>
          <p:cNvPr id="152" name="文本框 151"/>
          <p:cNvSpPr txBox="1"/>
          <p:nvPr>
            <p:custDataLst>
              <p:tags r:id="rId10"/>
            </p:custDataLst>
          </p:nvPr>
        </p:nvSpPr>
        <p:spPr>
          <a:xfrm>
            <a:off x="6920230" y="3916680"/>
            <a:ext cx="349123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Missing “Forgot PIN?” option</a:t>
            </a:r>
            <a:endParaRPr lang="en-US" altLang="en-US" dirty="0">
              <a:solidFill>
                <a:schemeClr val="accent2"/>
              </a:solidFill>
              <a:latin typeface="+mj-lt"/>
              <a:cs typeface="OPPOSans B" panose="00020600040101010101" pitchFamily="18" charset="-122"/>
            </a:endParaRPr>
          </a:p>
        </p:txBody>
      </p:sp>
      <p:grpSp>
        <p:nvGrpSpPr>
          <p:cNvPr id="219" name="组合 218"/>
          <p:cNvGrpSpPr/>
          <p:nvPr>
            <p:custDataLst>
              <p:tags r:id="rId11"/>
            </p:custDataLst>
          </p:nvPr>
        </p:nvGrpSpPr>
        <p:grpSpPr>
          <a:xfrm>
            <a:off x="5073809" y="5970568"/>
            <a:ext cx="614163" cy="87894"/>
            <a:chOff x="5006919" y="6034068"/>
            <a:chExt cx="614163" cy="87894"/>
          </a:xfrm>
        </p:grpSpPr>
        <p:sp>
          <p:nvSpPr>
            <p:cNvPr id="213" name="矩形: 圆角 212"/>
            <p:cNvSpPr/>
            <p:nvPr>
              <p:custDataLst>
                <p:tags r:id="rId12"/>
              </p:custDataLst>
            </p:nvPr>
          </p:nvSpPr>
          <p:spPr>
            <a:xfrm>
              <a:off x="5006919" y="6034068"/>
              <a:ext cx="493521"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矩形: 圆角 213"/>
            <p:cNvSpPr/>
            <p:nvPr>
              <p:custDataLst>
                <p:tags r:id="rId13"/>
              </p:custDataLst>
            </p:nvPr>
          </p:nvSpPr>
          <p:spPr>
            <a:xfrm>
              <a:off x="5531083" y="6034068"/>
              <a:ext cx="89999"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0" name="组合 219"/>
          <p:cNvGrpSpPr/>
          <p:nvPr>
            <p:custDataLst>
              <p:tags r:id="rId14"/>
            </p:custDataLst>
          </p:nvPr>
        </p:nvGrpSpPr>
        <p:grpSpPr>
          <a:xfrm>
            <a:off x="10874379" y="5970568"/>
            <a:ext cx="614163" cy="87894"/>
            <a:chOff x="10891524" y="6034068"/>
            <a:chExt cx="614163" cy="87894"/>
          </a:xfrm>
        </p:grpSpPr>
        <p:sp>
          <p:nvSpPr>
            <p:cNvPr id="217" name="矩形: 圆角 216"/>
            <p:cNvSpPr/>
            <p:nvPr>
              <p:custDataLst>
                <p:tags r:id="rId15"/>
              </p:custDataLst>
            </p:nvPr>
          </p:nvSpPr>
          <p:spPr>
            <a:xfrm>
              <a:off x="10891524" y="6034068"/>
              <a:ext cx="493521"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圆角 217"/>
            <p:cNvSpPr/>
            <p:nvPr>
              <p:custDataLst>
                <p:tags r:id="rId16"/>
              </p:custDataLst>
            </p:nvPr>
          </p:nvSpPr>
          <p:spPr>
            <a:xfrm>
              <a:off x="11415688" y="6034068"/>
              <a:ext cx="89999"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custDataLst>
              <p:tags r:id="rId17"/>
            </p:custDataLst>
          </p:nvPr>
        </p:nvGrpSpPr>
        <p:grpSpPr>
          <a:xfrm>
            <a:off x="724779" y="1935335"/>
            <a:ext cx="351589" cy="351589"/>
            <a:chOff x="6320579" y="2168346"/>
            <a:chExt cx="351589" cy="351589"/>
          </a:xfrm>
        </p:grpSpPr>
        <p:sp>
          <p:nvSpPr>
            <p:cNvPr id="6" name="矩形: 圆角 5"/>
            <p:cNvSpPr/>
            <p:nvPr>
              <p:custDataLst>
                <p:tags r:id="rId18"/>
              </p:custDataLst>
            </p:nvPr>
          </p:nvSpPr>
          <p:spPr>
            <a:xfrm>
              <a:off x="6320579" y="216834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7" name="图形 6"/>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352818" y="2200585"/>
              <a:ext cx="287110" cy="287110"/>
            </a:xfrm>
            <a:prstGeom prst="rect">
              <a:avLst/>
            </a:prstGeom>
          </p:spPr>
        </p:pic>
      </p:grpSp>
      <p:grpSp>
        <p:nvGrpSpPr>
          <p:cNvPr id="8" name="组合 7"/>
          <p:cNvGrpSpPr/>
          <p:nvPr>
            <p:custDataLst>
              <p:tags r:id="rId22"/>
            </p:custDataLst>
          </p:nvPr>
        </p:nvGrpSpPr>
        <p:grpSpPr>
          <a:xfrm>
            <a:off x="724779" y="3925754"/>
            <a:ext cx="351589" cy="351589"/>
            <a:chOff x="6391777" y="4380776"/>
            <a:chExt cx="351589" cy="351589"/>
          </a:xfrm>
        </p:grpSpPr>
        <p:sp>
          <p:nvSpPr>
            <p:cNvPr id="9" name="矩形: 圆角 8"/>
            <p:cNvSpPr/>
            <p:nvPr>
              <p:custDataLst>
                <p:tags r:id="rId23"/>
              </p:custDataLst>
            </p:nvPr>
          </p:nvSpPr>
          <p:spPr>
            <a:xfrm>
              <a:off x="6391777" y="438077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10" name="图形 9"/>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24016" y="4413015"/>
              <a:ext cx="287110" cy="287110"/>
            </a:xfrm>
            <a:prstGeom prst="rect">
              <a:avLst/>
            </a:prstGeom>
          </p:spPr>
        </p:pic>
      </p:grpSp>
      <p:grpSp>
        <p:nvGrpSpPr>
          <p:cNvPr id="44" name="组合 43"/>
          <p:cNvGrpSpPr/>
          <p:nvPr>
            <p:custDataLst>
              <p:tags r:id="rId27"/>
            </p:custDataLst>
          </p:nvPr>
        </p:nvGrpSpPr>
        <p:grpSpPr>
          <a:xfrm>
            <a:off x="6605955" y="1935335"/>
            <a:ext cx="351589" cy="351589"/>
            <a:chOff x="6597700" y="1935335"/>
            <a:chExt cx="351589" cy="351589"/>
          </a:xfrm>
        </p:grpSpPr>
        <p:sp>
          <p:nvSpPr>
            <p:cNvPr id="34" name="矩形: 圆角 33"/>
            <p:cNvSpPr/>
            <p:nvPr>
              <p:custDataLst>
                <p:tags r:id="rId28"/>
              </p:custDataLst>
            </p:nvPr>
          </p:nvSpPr>
          <p:spPr>
            <a:xfrm>
              <a:off x="6597700" y="1935335"/>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0" name="图形 39"/>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629939" y="1967574"/>
              <a:ext cx="287110" cy="287110"/>
            </a:xfrm>
            <a:prstGeom prst="rect">
              <a:avLst/>
            </a:prstGeom>
          </p:spPr>
        </p:pic>
      </p:grpSp>
      <p:grpSp>
        <p:nvGrpSpPr>
          <p:cNvPr id="43" name="组合 42"/>
          <p:cNvGrpSpPr/>
          <p:nvPr>
            <p:custDataLst>
              <p:tags r:id="rId32"/>
            </p:custDataLst>
          </p:nvPr>
        </p:nvGrpSpPr>
        <p:grpSpPr>
          <a:xfrm>
            <a:off x="6605955" y="3925754"/>
            <a:ext cx="351589" cy="351589"/>
            <a:chOff x="6597700" y="3925754"/>
            <a:chExt cx="351589" cy="351589"/>
          </a:xfrm>
        </p:grpSpPr>
        <p:sp>
          <p:nvSpPr>
            <p:cNvPr id="38" name="矩形: 圆角 37"/>
            <p:cNvSpPr/>
            <p:nvPr>
              <p:custDataLst>
                <p:tags r:id="rId33"/>
              </p:custDataLst>
            </p:nvPr>
          </p:nvSpPr>
          <p:spPr>
            <a:xfrm>
              <a:off x="6597700" y="3925754"/>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2" name="图形 41"/>
            <p:cNvPicPr/>
            <p:nvPr>
              <p:custDataLst>
                <p:tags r:id="rId34"/>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629939" y="3957993"/>
              <a:ext cx="287110" cy="287110"/>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组合 96"/>
          <p:cNvGrpSpPr/>
          <p:nvPr/>
        </p:nvGrpSpPr>
        <p:grpSpPr>
          <a:xfrm>
            <a:off x="-44913" y="5415739"/>
            <a:ext cx="12236913" cy="1442261"/>
            <a:chOff x="-44913" y="5415739"/>
            <a:chExt cx="12236913" cy="1442261"/>
          </a:xfrm>
        </p:grpSpPr>
        <p:grpSp>
          <p:nvGrpSpPr>
            <p:cNvPr id="39" name="组合 38"/>
            <p:cNvGrpSpPr/>
            <p:nvPr/>
          </p:nvGrpSpPr>
          <p:grpSpPr>
            <a:xfrm>
              <a:off x="0" y="5415739"/>
              <a:ext cx="12192000" cy="1442261"/>
              <a:chOff x="58274" y="5012268"/>
              <a:chExt cx="12192000" cy="1675403"/>
            </a:xfrm>
          </p:grpSpPr>
          <p:sp>
            <p:nvSpPr>
              <p:cNvPr id="40" name="任意多边形: 形状 39"/>
              <p:cNvSpPr/>
              <p:nvPr/>
            </p:nvSpPr>
            <p:spPr>
              <a:xfrm>
                <a:off x="58274" y="5037814"/>
                <a:ext cx="12192000" cy="1649857"/>
              </a:xfrm>
              <a:custGeom>
                <a:avLst/>
                <a:gdLst>
                  <a:gd name="connsiteX0" fmla="*/ 12192000 w 12192000"/>
                  <a:gd name="connsiteY0" fmla="*/ 0 h 1822521"/>
                  <a:gd name="connsiteX1" fmla="*/ 12192000 w 12192000"/>
                  <a:gd name="connsiteY1" fmla="*/ 1822521 h 1822521"/>
                  <a:gd name="connsiteX2" fmla="*/ 0 w 12192000"/>
                  <a:gd name="connsiteY2" fmla="*/ 1822521 h 1822521"/>
                  <a:gd name="connsiteX3" fmla="*/ 0 w 12192000"/>
                  <a:gd name="connsiteY3" fmla="*/ 6421 h 1822521"/>
                  <a:gd name="connsiteX4" fmla="*/ 3079516 w 12192000"/>
                  <a:gd name="connsiteY4" fmla="*/ 6421 h 1822521"/>
                  <a:gd name="connsiteX5" fmla="*/ 7607041 w 12192000"/>
                  <a:gd name="connsiteY5" fmla="*/ 1174821 h 1822521"/>
                  <a:gd name="connsiteX6" fmla="*/ 12091942 w 12192000"/>
                  <a:gd name="connsiteY6" fmla="*/ 31623 h 1822521"/>
                  <a:gd name="connsiteX0-1" fmla="*/ 12192000 w 12192000"/>
                  <a:gd name="connsiteY0-2" fmla="*/ 182257 h 2004778"/>
                  <a:gd name="connsiteX1-3" fmla="*/ 12192000 w 12192000"/>
                  <a:gd name="connsiteY1-4" fmla="*/ 2004778 h 2004778"/>
                  <a:gd name="connsiteX2-5" fmla="*/ 0 w 12192000"/>
                  <a:gd name="connsiteY2-6" fmla="*/ 2004778 h 2004778"/>
                  <a:gd name="connsiteX3-7" fmla="*/ 0 w 12192000"/>
                  <a:gd name="connsiteY3-8" fmla="*/ 188678 h 2004778"/>
                  <a:gd name="connsiteX4-9" fmla="*/ 3079516 w 12192000"/>
                  <a:gd name="connsiteY4-10" fmla="*/ 188678 h 2004778"/>
                  <a:gd name="connsiteX5-11" fmla="*/ 7607041 w 12192000"/>
                  <a:gd name="connsiteY5-12" fmla="*/ 1357078 h 2004778"/>
                  <a:gd name="connsiteX6-13" fmla="*/ 12091942 w 12192000"/>
                  <a:gd name="connsiteY6-14" fmla="*/ 213880 h 2004778"/>
                  <a:gd name="connsiteX7" fmla="*/ 12192000 w 12192000"/>
                  <a:gd name="connsiteY7" fmla="*/ 182257 h 2004778"/>
                  <a:gd name="connsiteX0-15" fmla="*/ 12192000 w 12192000"/>
                  <a:gd name="connsiteY0-16" fmla="*/ 80 h 1822601"/>
                  <a:gd name="connsiteX1-17" fmla="*/ 12192000 w 12192000"/>
                  <a:gd name="connsiteY1-18" fmla="*/ 1822601 h 1822601"/>
                  <a:gd name="connsiteX2-19" fmla="*/ 0 w 12192000"/>
                  <a:gd name="connsiteY2-20" fmla="*/ 1822601 h 1822601"/>
                  <a:gd name="connsiteX3-21" fmla="*/ 0 w 12192000"/>
                  <a:gd name="connsiteY3-22" fmla="*/ 6501 h 1822601"/>
                  <a:gd name="connsiteX4-23" fmla="*/ 7607041 w 12192000"/>
                  <a:gd name="connsiteY4-24" fmla="*/ 1174901 h 1822601"/>
                  <a:gd name="connsiteX5-25" fmla="*/ 12091942 w 12192000"/>
                  <a:gd name="connsiteY5-26" fmla="*/ 31703 h 1822601"/>
                  <a:gd name="connsiteX6-27" fmla="*/ 12192000 w 12192000"/>
                  <a:gd name="connsiteY6-28" fmla="*/ 80 h 18226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1822601">
                    <a:moveTo>
                      <a:pt x="12192000" y="80"/>
                    </a:moveTo>
                    <a:lnTo>
                      <a:pt x="12192000" y="1822601"/>
                    </a:lnTo>
                    <a:lnTo>
                      <a:pt x="0" y="1822601"/>
                    </a:lnTo>
                    <a:lnTo>
                      <a:pt x="0" y="6501"/>
                    </a:lnTo>
                    <a:cubicBezTo>
                      <a:pt x="1267840" y="-101449"/>
                      <a:pt x="5591717" y="1170701"/>
                      <a:pt x="7607041" y="1174901"/>
                    </a:cubicBezTo>
                    <a:cubicBezTo>
                      <a:pt x="9548994" y="1173049"/>
                      <a:pt x="11086913" y="372255"/>
                      <a:pt x="12091942" y="31703"/>
                    </a:cubicBezTo>
                    <a:lnTo>
                      <a:pt x="12192000" y="80"/>
                    </a:lnTo>
                    <a:close/>
                  </a:path>
                </a:pathLst>
              </a:custGeom>
              <a:gradFill flip="none" rotWithShape="1">
                <a:gsLst>
                  <a:gs pos="0">
                    <a:schemeClr val="accent1">
                      <a:lumMod val="60000"/>
                      <a:lumOff val="4000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矩形 40"/>
              <p:cNvSpPr/>
              <p:nvPr/>
            </p:nvSpPr>
            <p:spPr>
              <a:xfrm>
                <a:off x="58280" y="5012268"/>
                <a:ext cx="12191989" cy="1675403"/>
              </a:xfrm>
              <a:prstGeom prst="rect">
                <a:avLst/>
              </a:prstGeom>
              <a:gradFill flip="none" rotWithShape="1">
                <a:gsLst>
                  <a:gs pos="18000">
                    <a:schemeClr val="bg1">
                      <a:alpha val="0"/>
                    </a:schemeClr>
                  </a:gs>
                  <a:gs pos="100000">
                    <a:schemeClr val="bg1"/>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2" name="组合 41"/>
            <p:cNvGrpSpPr/>
            <p:nvPr/>
          </p:nvGrpSpPr>
          <p:grpSpPr>
            <a:xfrm>
              <a:off x="-44913" y="5830606"/>
              <a:ext cx="12192000" cy="721602"/>
              <a:chOff x="-640853" y="5964869"/>
              <a:chExt cx="13081781" cy="721602"/>
            </a:xfrm>
          </p:grpSpPr>
          <p:sp>
            <p:nvSpPr>
              <p:cNvPr id="43" name="任意多边形: 形状 42"/>
              <p:cNvSpPr/>
              <p:nvPr/>
            </p:nvSpPr>
            <p:spPr>
              <a:xfrm rot="267240" flipH="1" flipV="1">
                <a:off x="-640853" y="596486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p:cNvSpPr/>
              <p:nvPr/>
            </p:nvSpPr>
            <p:spPr>
              <a:xfrm rot="233092" flipH="1" flipV="1">
                <a:off x="-640853" y="597313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任意多边形: 形状 44"/>
              <p:cNvSpPr/>
              <p:nvPr/>
            </p:nvSpPr>
            <p:spPr>
              <a:xfrm rot="198944" flipH="1" flipV="1">
                <a:off x="-640853" y="598140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任意多边形: 形状 45"/>
              <p:cNvSpPr/>
              <p:nvPr/>
            </p:nvSpPr>
            <p:spPr>
              <a:xfrm rot="164796" flipH="1" flipV="1">
                <a:off x="-640853" y="598967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任意多边形: 形状 46"/>
              <p:cNvSpPr/>
              <p:nvPr/>
            </p:nvSpPr>
            <p:spPr>
              <a:xfrm rot="130648" flipH="1" flipV="1">
                <a:off x="-640853" y="599794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任意多边形: 形状 47"/>
              <p:cNvSpPr/>
              <p:nvPr/>
            </p:nvSpPr>
            <p:spPr>
              <a:xfrm rot="96499" flipH="1" flipV="1">
                <a:off x="-640853" y="600621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任意多边形: 形状 48"/>
              <p:cNvSpPr/>
              <p:nvPr/>
            </p:nvSpPr>
            <p:spPr>
              <a:xfrm rot="62351" flipH="1" flipV="1">
                <a:off x="-640853" y="601448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任意多边形: 形状 49"/>
              <p:cNvSpPr/>
              <p:nvPr/>
            </p:nvSpPr>
            <p:spPr>
              <a:xfrm rot="28203" flipH="1" flipV="1">
                <a:off x="-640853" y="602275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任意多边形: 形状 50"/>
              <p:cNvSpPr/>
              <p:nvPr/>
            </p:nvSpPr>
            <p:spPr>
              <a:xfrm rot="21594055" flipH="1" flipV="1">
                <a:off x="-640853" y="603102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任意多边形: 形状 51"/>
              <p:cNvSpPr/>
              <p:nvPr/>
            </p:nvSpPr>
            <p:spPr>
              <a:xfrm rot="21559907" flipH="1" flipV="1">
                <a:off x="-640853" y="603929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3" name="任意多边形: 形状 52"/>
              <p:cNvSpPr/>
              <p:nvPr/>
            </p:nvSpPr>
            <p:spPr>
              <a:xfrm rot="21525759" flipH="1" flipV="1">
                <a:off x="-640853" y="604756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4" name="任意多边形: 形状 53"/>
              <p:cNvSpPr/>
              <p:nvPr/>
            </p:nvSpPr>
            <p:spPr>
              <a:xfrm rot="21491611" flipH="1" flipV="1">
                <a:off x="-640853" y="605583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任意多边形: 形状 54"/>
              <p:cNvSpPr/>
              <p:nvPr/>
            </p:nvSpPr>
            <p:spPr>
              <a:xfrm rot="21457463" flipH="1" flipV="1">
                <a:off x="-640853" y="606410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任意多边形: 形状 55"/>
              <p:cNvSpPr/>
              <p:nvPr/>
            </p:nvSpPr>
            <p:spPr>
              <a:xfrm rot="21423315" flipH="1" flipV="1">
                <a:off x="-640853" y="607237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任意多边形: 形状 56"/>
              <p:cNvSpPr/>
              <p:nvPr/>
            </p:nvSpPr>
            <p:spPr>
              <a:xfrm rot="21389167" flipH="1" flipV="1">
                <a:off x="-640853" y="608064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任意多边形: 形状 57"/>
              <p:cNvSpPr/>
              <p:nvPr/>
            </p:nvSpPr>
            <p:spPr>
              <a:xfrm rot="21355018" flipH="1" flipV="1">
                <a:off x="-640853" y="608891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9" name="任意多边形: 形状 58"/>
              <p:cNvSpPr/>
              <p:nvPr/>
            </p:nvSpPr>
            <p:spPr>
              <a:xfrm rot="21320870" flipH="1" flipV="1">
                <a:off x="-640853" y="609718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9" name="图片 8" descr="书架上有许多书&#10;&#10;描述已自动生成"/>
          <p:cNvPicPr>
            <a:picLocks noChangeAspect="1"/>
          </p:cNvPicPr>
          <p:nvPr/>
        </p:nvPicPr>
        <p:blipFill rotWithShape="1">
          <a:blip r:embed="rId1" cstate="print">
            <a:extLst>
              <a:ext uri="{28A0092B-C50C-407E-A947-70E740481C1C}">
                <a14:useLocalDpi xmlns:a14="http://schemas.microsoft.com/office/drawing/2010/main" val="0"/>
              </a:ext>
            </a:extLst>
          </a:blip>
          <a:srcRect l="16651" r="16683"/>
          <a:stretch>
            <a:fillRect/>
          </a:stretch>
        </p:blipFill>
        <p:spPr>
          <a:xfrm>
            <a:off x="917575" y="1346200"/>
            <a:ext cx="3599815" cy="2901315"/>
          </a:xfrm>
          <a:prstGeom prst="ellipse">
            <a:avLst/>
          </a:prstGeom>
          <a:ln w="53975">
            <a:gradFill flip="none" rotWithShape="1">
              <a:gsLst>
                <a:gs pos="0">
                  <a:schemeClr val="accent1">
                    <a:lumMod val="5000"/>
                    <a:lumOff val="95000"/>
                  </a:schemeClr>
                </a:gs>
                <a:gs pos="94492">
                  <a:srgbClr val="ABD6FE"/>
                </a:gs>
                <a:gs pos="39000">
                  <a:schemeClr val="accent1">
                    <a:lumMod val="45000"/>
                    <a:lumOff val="55000"/>
                  </a:schemeClr>
                </a:gs>
                <a:gs pos="74000">
                  <a:schemeClr val="accent1">
                    <a:lumMod val="45000"/>
                    <a:lumOff val="55000"/>
                  </a:schemeClr>
                </a:gs>
              </a:gsLst>
              <a:lin ang="2700000" scaled="1"/>
              <a:tileRect/>
            </a:gradFill>
          </a:ln>
        </p:spPr>
      </p:pic>
      <p:sp>
        <p:nvSpPr>
          <p:cNvPr id="7" name="文本框 6"/>
          <p:cNvSpPr txBox="1"/>
          <p:nvPr/>
        </p:nvSpPr>
        <p:spPr>
          <a:xfrm>
            <a:off x="4950125" y="1606450"/>
            <a:ext cx="2553498" cy="2215991"/>
          </a:xfrm>
          <a:prstGeom prst="rect">
            <a:avLst/>
          </a:prstGeom>
          <a:noFill/>
          <a:effectLst/>
        </p:spPr>
        <p:txBody>
          <a:bodyPr wrap="square" rtlCol="0">
            <a:spAutoFit/>
          </a:bodyPr>
          <a:lstStyle/>
          <a:p>
            <a:r>
              <a:rPr lang="en-US" altLang="zh-CN" sz="13800" dirty="0">
                <a:solidFill>
                  <a:schemeClr val="accent1"/>
                </a:solidFill>
                <a:latin typeface="+mj-lt"/>
                <a:ea typeface="OPPOSans B" panose="00020600040101010101" pitchFamily="18" charset="-122"/>
                <a:cs typeface="OPPOSans B" panose="00020600040101010101" pitchFamily="18" charset="-122"/>
              </a:rPr>
              <a:t>02</a:t>
            </a:r>
            <a:endParaRPr lang="en-US" altLang="zh-CN" sz="13800" dirty="0">
              <a:solidFill>
                <a:schemeClr val="accent1"/>
              </a:solidFill>
              <a:latin typeface="+mj-lt"/>
              <a:ea typeface="OPPOSans B" panose="00020600040101010101" pitchFamily="18" charset="-122"/>
              <a:cs typeface="OPPOSans B" panose="00020600040101010101" pitchFamily="18" charset="-122"/>
            </a:endParaRPr>
          </a:p>
        </p:txBody>
      </p:sp>
      <p:sp>
        <p:nvSpPr>
          <p:cNvPr id="33" name="文本框 32"/>
          <p:cNvSpPr txBox="1"/>
          <p:nvPr/>
        </p:nvSpPr>
        <p:spPr>
          <a:xfrm>
            <a:off x="7437495" y="2382088"/>
            <a:ext cx="4307653" cy="829945"/>
          </a:xfrm>
          <a:prstGeom prst="rect">
            <a:avLst/>
          </a:prstGeom>
          <a:noFill/>
          <a:effectLst/>
        </p:spPr>
        <p:txBody>
          <a:bodyPr wrap="square" rtlCol="0">
            <a:spAutoFit/>
          </a:bodyPr>
          <a:lstStyle/>
          <a:p>
            <a:r>
              <a:rPr lang="en-US" altLang="zh-CN" sz="4800" dirty="0">
                <a:solidFill>
                  <a:schemeClr val="accent1"/>
                </a:solidFill>
                <a:latin typeface="+mj-lt"/>
                <a:cs typeface="OPPOSans B" panose="00020600040101010101" pitchFamily="18" charset="-122"/>
              </a:rPr>
              <a:t>Improved Design </a:t>
            </a:r>
            <a:endParaRPr lang="en-US" altLang="zh-CN" sz="4800" dirty="0">
              <a:solidFill>
                <a:schemeClr val="accent1"/>
              </a:solidFill>
              <a:latin typeface="+mj-lt"/>
              <a:cs typeface="OPPOSans B" panose="00020600040101010101" pitchFamily="18" charset="-122"/>
            </a:endParaRPr>
          </a:p>
        </p:txBody>
      </p:sp>
      <p:grpSp>
        <p:nvGrpSpPr>
          <p:cNvPr id="86" name="组合 85"/>
          <p:cNvGrpSpPr/>
          <p:nvPr/>
        </p:nvGrpSpPr>
        <p:grpSpPr>
          <a:xfrm>
            <a:off x="816169" y="934965"/>
            <a:ext cx="752804" cy="485949"/>
            <a:chOff x="1122102" y="1475300"/>
            <a:chExt cx="752804" cy="485949"/>
          </a:xfrm>
        </p:grpSpPr>
        <p:sp>
          <p:nvSpPr>
            <p:cNvPr id="87" name="矩形: 圆角 86"/>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6"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pic>
        <p:nvPicPr>
          <p:cNvPr id="4" name="Picture 3" descr="d1cba6189768509.Y3JvcCwyODU0LDIyMzMsMzg4LDA"/>
          <p:cNvPicPr>
            <a:picLocks noChangeAspect="1"/>
          </p:cNvPicPr>
          <p:nvPr/>
        </p:nvPicPr>
        <p:blipFill>
          <a:blip r:embed="rId2"/>
          <a:stretch>
            <a:fillRect/>
          </a:stretch>
        </p:blipFill>
        <p:spPr>
          <a:xfrm>
            <a:off x="917575" y="1346200"/>
            <a:ext cx="3639185" cy="2901315"/>
          </a:xfrm>
          <a:prstGeom prst="ellipse">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1397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header)</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259715" y="1373505"/>
            <a:ext cx="6948170" cy="482536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6" name="Picture 5" descr="WhatsApp Image 2025-12-22 at 6.17.25 PM"/>
          <p:cNvPicPr>
            <a:picLocks noChangeAspect="1"/>
          </p:cNvPicPr>
          <p:nvPr/>
        </p:nvPicPr>
        <p:blipFill>
          <a:blip r:embed="rId2"/>
          <a:stretch>
            <a:fillRect/>
          </a:stretch>
        </p:blipFill>
        <p:spPr>
          <a:xfrm>
            <a:off x="381000" y="1880235"/>
            <a:ext cx="6705600" cy="3753485"/>
          </a:xfrm>
          <a:prstGeom prst="round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1397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body(1))</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259715" y="1373505"/>
            <a:ext cx="6948170" cy="482536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686040" y="2305050"/>
            <a:ext cx="3639185" cy="2901315"/>
          </a:xfrm>
          <a:prstGeom prst="ellipse">
            <a:avLst/>
          </a:prstGeom>
        </p:spPr>
      </p:pic>
      <p:pic>
        <p:nvPicPr>
          <p:cNvPr id="5" name="Picture 4" descr="WhatsApp Image 2025-12-22 at 6.21.40 PM"/>
          <p:cNvPicPr>
            <a:picLocks noChangeAspect="1"/>
          </p:cNvPicPr>
          <p:nvPr/>
        </p:nvPicPr>
        <p:blipFill>
          <a:blip r:embed="rId2"/>
          <a:stretch>
            <a:fillRect/>
          </a:stretch>
        </p:blipFill>
        <p:spPr>
          <a:xfrm>
            <a:off x="486410" y="1468120"/>
            <a:ext cx="6591300" cy="4657725"/>
          </a:xfrm>
          <a:prstGeom prst="round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1397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body(2))</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193040" y="1219200"/>
            <a:ext cx="7124065" cy="550227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910830" y="2305050"/>
            <a:ext cx="3639185" cy="2901315"/>
          </a:xfrm>
          <a:prstGeom prst="ellipse">
            <a:avLst/>
          </a:prstGeom>
        </p:spPr>
      </p:pic>
      <p:pic>
        <p:nvPicPr>
          <p:cNvPr id="5" name="Picture 4" descr="WhatsApp Image 2025-12-22 at 6.23.43 PM"/>
          <p:cNvPicPr>
            <a:picLocks noChangeAspect="1"/>
          </p:cNvPicPr>
          <p:nvPr/>
        </p:nvPicPr>
        <p:blipFill>
          <a:blip r:embed="rId2"/>
          <a:stretch>
            <a:fillRect/>
          </a:stretch>
        </p:blipFill>
        <p:spPr>
          <a:xfrm>
            <a:off x="327025" y="1219200"/>
            <a:ext cx="7049135" cy="5407660"/>
          </a:xfrm>
          <a:prstGeom prst="round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1397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body(3))</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193040" y="1042035"/>
            <a:ext cx="7124065" cy="5679440"/>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7910830" y="2305050"/>
            <a:ext cx="3639185" cy="2901315"/>
          </a:xfrm>
          <a:prstGeom prst="ellipse">
            <a:avLst/>
          </a:prstGeom>
        </p:spPr>
      </p:pic>
      <p:pic>
        <p:nvPicPr>
          <p:cNvPr id="6" name="Picture 5" descr="WhatsApp Image 2025-12-22 at 6.26.46 PM"/>
          <p:cNvPicPr>
            <a:picLocks noChangeAspect="1"/>
          </p:cNvPicPr>
          <p:nvPr/>
        </p:nvPicPr>
        <p:blipFill>
          <a:blip r:embed="rId2"/>
          <a:stretch>
            <a:fillRect/>
          </a:stretch>
        </p:blipFill>
        <p:spPr>
          <a:xfrm>
            <a:off x="292735" y="1076325"/>
            <a:ext cx="6876415" cy="5579745"/>
          </a:xfrm>
          <a:prstGeom prst="round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Home page ( Footer)</a:t>
            </a:r>
            <a:endParaRPr lang="ar-EG"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376555" y="1775460"/>
            <a:ext cx="7436485" cy="4069080"/>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8057515" y="2245995"/>
            <a:ext cx="3639185" cy="2901315"/>
          </a:xfrm>
          <a:prstGeom prst="ellipse">
            <a:avLst/>
          </a:prstGeom>
        </p:spPr>
      </p:pic>
      <p:pic>
        <p:nvPicPr>
          <p:cNvPr id="6" name="Picture 5" descr="WhatsApp Image 2025-12-22 at 6.29.52 PM"/>
          <p:cNvPicPr>
            <a:picLocks noChangeAspect="1"/>
          </p:cNvPicPr>
          <p:nvPr/>
        </p:nvPicPr>
        <p:blipFill>
          <a:blip r:embed="rId2"/>
          <a:stretch>
            <a:fillRect/>
          </a:stretch>
        </p:blipFill>
        <p:spPr>
          <a:xfrm>
            <a:off x="486410" y="1969770"/>
            <a:ext cx="7178040" cy="3653790"/>
          </a:xfrm>
          <a:prstGeom prst="round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541020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Design Improvements (Home Page )</a:t>
            </a:r>
            <a:endParaRPr lang="en-US"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85" name="矩形: 圆角 84"/>
          <p:cNvSpPr/>
          <p:nvPr/>
        </p:nvSpPr>
        <p:spPr>
          <a:xfrm>
            <a:off x="621517" y="117044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矩形: 圆角 88"/>
          <p:cNvSpPr/>
          <p:nvPr>
            <p:custDataLst>
              <p:tags r:id="rId1"/>
            </p:custDataLst>
          </p:nvPr>
        </p:nvSpPr>
        <p:spPr>
          <a:xfrm>
            <a:off x="6304342" y="1714681"/>
            <a:ext cx="5402124" cy="4554111"/>
          </a:xfrm>
          <a:prstGeom prst="roundRect">
            <a:avLst>
              <a:gd name="adj" fmla="val 5184"/>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524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41" name="矩形: 圆角 40"/>
          <p:cNvSpPr/>
          <p:nvPr>
            <p:custDataLst>
              <p:tags r:id="rId2"/>
            </p:custDataLst>
          </p:nvPr>
        </p:nvSpPr>
        <p:spPr>
          <a:xfrm>
            <a:off x="494628" y="1698171"/>
            <a:ext cx="5402124" cy="4554111"/>
          </a:xfrm>
          <a:prstGeom prst="roundRect">
            <a:avLst>
              <a:gd name="adj" fmla="val 5184"/>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75" name="文本框 74"/>
          <p:cNvSpPr txBox="1"/>
          <p:nvPr>
            <p:custDataLst>
              <p:tags r:id="rId3"/>
            </p:custDataLst>
          </p:nvPr>
        </p:nvSpPr>
        <p:spPr>
          <a:xfrm>
            <a:off x="823662" y="2350826"/>
            <a:ext cx="4715676" cy="1037590"/>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The redesigned layout establishes a clearer visual hierarchy by prioritizing key actions such as booking, deals, and trip planning. Headings, cards, and CTAs are now more distinguishable, guiding users smoothly through the page</a:t>
            </a:r>
            <a:endParaRPr lang="en-US" altLang="en-US" sz="1400" dirty="0">
              <a:solidFill>
                <a:schemeClr val="tx1">
                  <a:lumMod val="75000"/>
                  <a:lumOff val="25000"/>
                </a:schemeClr>
              </a:solidFill>
              <a:cs typeface="OPPOSans B" panose="00020600040101010101" pitchFamily="18" charset="-122"/>
            </a:endParaRPr>
          </a:p>
        </p:txBody>
      </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6" name="文本框 145"/>
          <p:cNvSpPr txBox="1"/>
          <p:nvPr>
            <p:custDataLst>
              <p:tags r:id="rId4"/>
            </p:custDataLst>
          </p:nvPr>
        </p:nvSpPr>
        <p:spPr>
          <a:xfrm>
            <a:off x="1096645" y="1926590"/>
            <a:ext cx="2867660" cy="368300"/>
          </a:xfrm>
          <a:prstGeom prst="rect">
            <a:avLst/>
          </a:prstGeom>
          <a:noFill/>
          <a:effectLst/>
        </p:spPr>
        <p:txBody>
          <a:bodyPr wrap="square" rtlCol="0">
            <a:spAutoFit/>
          </a:bodyPr>
          <a:lstStyle/>
          <a:p>
            <a:r>
              <a:rPr lang="en-US" altLang="en-US" dirty="0">
                <a:solidFill>
                  <a:schemeClr val="accent1"/>
                </a:solidFill>
                <a:latin typeface="+mj-lt"/>
                <a:cs typeface="OPPOSans B" panose="00020600040101010101" pitchFamily="18" charset="-122"/>
              </a:rPr>
              <a:t>Improved Visual Hierarchy</a:t>
            </a:r>
            <a:endParaRPr lang="en-US" altLang="en-US" dirty="0">
              <a:solidFill>
                <a:schemeClr val="accent1"/>
              </a:solidFill>
              <a:latin typeface="+mj-lt"/>
              <a:cs typeface="OPPOSans B" panose="00020600040101010101" pitchFamily="18" charset="-122"/>
            </a:endParaRPr>
          </a:p>
        </p:txBody>
      </p:sp>
      <p:sp>
        <p:nvSpPr>
          <p:cNvPr id="147" name="文本框 146"/>
          <p:cNvSpPr txBox="1"/>
          <p:nvPr>
            <p:custDataLst>
              <p:tags r:id="rId5"/>
            </p:custDataLst>
          </p:nvPr>
        </p:nvSpPr>
        <p:spPr>
          <a:xfrm>
            <a:off x="823662" y="4341245"/>
            <a:ext cx="4715676" cy="1037590"/>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Content is better structured into clearly defined sections (Offers, Services, Newsletter, Mobile App, Footer), reducing visual clutter and making the page easier to scan and understand</a:t>
            </a:r>
            <a:r>
              <a:rPr lang="en-US" altLang="zh-CN" sz="1400" dirty="0">
                <a:solidFill>
                  <a:schemeClr val="tx1">
                    <a:lumMod val="75000"/>
                    <a:lumOff val="25000"/>
                  </a:schemeClr>
                </a:solidFill>
                <a:cs typeface="OPPOSans B" panose="00020600040101010101" pitchFamily="18" charset="-122"/>
              </a:rPr>
              <a:t>. </a:t>
            </a:r>
            <a:endParaRPr lang="en-US" altLang="zh-CN" sz="1400" dirty="0">
              <a:solidFill>
                <a:schemeClr val="tx1">
                  <a:lumMod val="75000"/>
                  <a:lumOff val="25000"/>
                </a:schemeClr>
              </a:solidFill>
              <a:cs typeface="OPPOSans B" panose="00020600040101010101" pitchFamily="18" charset="-122"/>
            </a:endParaRPr>
          </a:p>
        </p:txBody>
      </p:sp>
      <p:sp>
        <p:nvSpPr>
          <p:cNvPr id="148" name="文本框 147"/>
          <p:cNvSpPr txBox="1"/>
          <p:nvPr>
            <p:custDataLst>
              <p:tags r:id="rId6"/>
            </p:custDataLst>
          </p:nvPr>
        </p:nvSpPr>
        <p:spPr>
          <a:xfrm>
            <a:off x="1096645" y="3916680"/>
            <a:ext cx="3890645" cy="369570"/>
          </a:xfrm>
          <a:prstGeom prst="rect">
            <a:avLst/>
          </a:prstGeom>
          <a:noFill/>
          <a:effectLst/>
        </p:spPr>
        <p:txBody>
          <a:bodyPr wrap="square" rtlCol="0">
            <a:noAutofit/>
          </a:bodyPr>
          <a:lstStyle/>
          <a:p>
            <a:r>
              <a:rPr lang="en-US" altLang="en-US" dirty="0">
                <a:solidFill>
                  <a:schemeClr val="accent1"/>
                </a:solidFill>
                <a:latin typeface="+mj-lt"/>
                <a:cs typeface="OPPOSans B" panose="00020600040101010101" pitchFamily="18" charset="-122"/>
              </a:rPr>
              <a:t>Cleaner and More Organized Layout</a:t>
            </a:r>
            <a:endParaRPr lang="en-US" altLang="en-US" dirty="0">
              <a:solidFill>
                <a:schemeClr val="accent1"/>
              </a:solidFill>
              <a:latin typeface="+mj-lt"/>
              <a:cs typeface="OPPOSans B" panose="00020600040101010101" pitchFamily="18" charset="-122"/>
            </a:endParaRPr>
          </a:p>
        </p:txBody>
      </p:sp>
      <p:sp>
        <p:nvSpPr>
          <p:cNvPr id="149" name="文本框 148"/>
          <p:cNvSpPr txBox="1"/>
          <p:nvPr>
            <p:custDataLst>
              <p:tags r:id="rId7"/>
            </p:custDataLst>
          </p:nvPr>
        </p:nvSpPr>
        <p:spPr>
          <a:xfrm>
            <a:off x="6647180" y="2350826"/>
            <a:ext cx="4715676" cy="800735"/>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The footer is more structured, with clearer categorization of links, social media, and app downloads, improving usability and navigation.</a:t>
            </a:r>
            <a:r>
              <a:rPr lang="en-US" altLang="zh-CN" dirty="0">
                <a:latin typeface="+mn-lt"/>
              </a:rPr>
              <a:t> </a:t>
            </a:r>
            <a:endParaRPr lang="en-US" altLang="zh-CN" dirty="0">
              <a:latin typeface="+mn-lt"/>
            </a:endParaRPr>
          </a:p>
        </p:txBody>
      </p:sp>
      <p:sp>
        <p:nvSpPr>
          <p:cNvPr id="150" name="文本框 149"/>
          <p:cNvSpPr txBox="1"/>
          <p:nvPr>
            <p:custDataLst>
              <p:tags r:id="rId8"/>
            </p:custDataLst>
          </p:nvPr>
        </p:nvSpPr>
        <p:spPr>
          <a:xfrm>
            <a:off x="6920230" y="1926590"/>
            <a:ext cx="304546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 Enhanced Footer Structure</a:t>
            </a:r>
            <a:endParaRPr lang="en-US" altLang="en-US" dirty="0">
              <a:solidFill>
                <a:schemeClr val="accent2"/>
              </a:solidFill>
              <a:latin typeface="+mj-lt"/>
              <a:cs typeface="OPPOSans B" panose="00020600040101010101" pitchFamily="18" charset="-122"/>
            </a:endParaRPr>
          </a:p>
        </p:txBody>
      </p:sp>
      <p:sp>
        <p:nvSpPr>
          <p:cNvPr id="151" name="文本框 150"/>
          <p:cNvSpPr txBox="1"/>
          <p:nvPr>
            <p:custDataLst>
              <p:tags r:id="rId9"/>
            </p:custDataLst>
          </p:nvPr>
        </p:nvSpPr>
        <p:spPr>
          <a:xfrm>
            <a:off x="6647180" y="4341245"/>
            <a:ext cx="4715676" cy="1037590"/>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Text contrast has been improved across sections, especially on image backgrounds. This enhances readability and accessibility while ensuring important messages stand out.</a:t>
            </a:r>
            <a:r>
              <a:rPr lang="en-US" altLang="zh-CN" dirty="0">
                <a:latin typeface="+mn-lt"/>
              </a:rPr>
              <a:t>. </a:t>
            </a:r>
            <a:endParaRPr lang="en-US" altLang="zh-CN" dirty="0">
              <a:latin typeface="+mn-lt"/>
            </a:endParaRPr>
          </a:p>
        </p:txBody>
      </p:sp>
      <p:sp>
        <p:nvSpPr>
          <p:cNvPr id="152" name="文本框 151"/>
          <p:cNvSpPr txBox="1"/>
          <p:nvPr>
            <p:custDataLst>
              <p:tags r:id="rId10"/>
            </p:custDataLst>
          </p:nvPr>
        </p:nvSpPr>
        <p:spPr>
          <a:xfrm>
            <a:off x="6920230" y="3916680"/>
            <a:ext cx="349123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Enhanced Readability and Contrast</a:t>
            </a:r>
            <a:endParaRPr lang="en-US" altLang="en-US" dirty="0">
              <a:solidFill>
                <a:schemeClr val="accent2"/>
              </a:solidFill>
              <a:latin typeface="+mj-lt"/>
              <a:cs typeface="OPPOSans B" panose="00020600040101010101" pitchFamily="18" charset="-122"/>
            </a:endParaRPr>
          </a:p>
        </p:txBody>
      </p:sp>
      <p:grpSp>
        <p:nvGrpSpPr>
          <p:cNvPr id="219" name="组合 218"/>
          <p:cNvGrpSpPr/>
          <p:nvPr>
            <p:custDataLst>
              <p:tags r:id="rId11"/>
            </p:custDataLst>
          </p:nvPr>
        </p:nvGrpSpPr>
        <p:grpSpPr>
          <a:xfrm>
            <a:off x="5073809" y="5970568"/>
            <a:ext cx="614163" cy="87894"/>
            <a:chOff x="5006919" y="6034068"/>
            <a:chExt cx="614163" cy="87894"/>
          </a:xfrm>
        </p:grpSpPr>
        <p:sp>
          <p:nvSpPr>
            <p:cNvPr id="213" name="矩形: 圆角 212"/>
            <p:cNvSpPr/>
            <p:nvPr>
              <p:custDataLst>
                <p:tags r:id="rId12"/>
              </p:custDataLst>
            </p:nvPr>
          </p:nvSpPr>
          <p:spPr>
            <a:xfrm>
              <a:off x="5006919" y="6034068"/>
              <a:ext cx="493521"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矩形: 圆角 213"/>
            <p:cNvSpPr/>
            <p:nvPr>
              <p:custDataLst>
                <p:tags r:id="rId13"/>
              </p:custDataLst>
            </p:nvPr>
          </p:nvSpPr>
          <p:spPr>
            <a:xfrm>
              <a:off x="5531083" y="6034068"/>
              <a:ext cx="89999"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0" name="组合 219"/>
          <p:cNvGrpSpPr/>
          <p:nvPr>
            <p:custDataLst>
              <p:tags r:id="rId14"/>
            </p:custDataLst>
          </p:nvPr>
        </p:nvGrpSpPr>
        <p:grpSpPr>
          <a:xfrm>
            <a:off x="10874379" y="5970568"/>
            <a:ext cx="614163" cy="87894"/>
            <a:chOff x="10891524" y="6034068"/>
            <a:chExt cx="614163" cy="87894"/>
          </a:xfrm>
        </p:grpSpPr>
        <p:sp>
          <p:nvSpPr>
            <p:cNvPr id="217" name="矩形: 圆角 216"/>
            <p:cNvSpPr/>
            <p:nvPr>
              <p:custDataLst>
                <p:tags r:id="rId15"/>
              </p:custDataLst>
            </p:nvPr>
          </p:nvSpPr>
          <p:spPr>
            <a:xfrm>
              <a:off x="10891524" y="6034068"/>
              <a:ext cx="493521"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圆角 217"/>
            <p:cNvSpPr/>
            <p:nvPr>
              <p:custDataLst>
                <p:tags r:id="rId16"/>
              </p:custDataLst>
            </p:nvPr>
          </p:nvSpPr>
          <p:spPr>
            <a:xfrm>
              <a:off x="11415688" y="6034068"/>
              <a:ext cx="89999"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custDataLst>
              <p:tags r:id="rId17"/>
            </p:custDataLst>
          </p:nvPr>
        </p:nvGrpSpPr>
        <p:grpSpPr>
          <a:xfrm>
            <a:off x="724779" y="1935335"/>
            <a:ext cx="351589" cy="351589"/>
            <a:chOff x="6320579" y="2168346"/>
            <a:chExt cx="351589" cy="351589"/>
          </a:xfrm>
        </p:grpSpPr>
        <p:sp>
          <p:nvSpPr>
            <p:cNvPr id="6" name="矩形: 圆角 5"/>
            <p:cNvSpPr/>
            <p:nvPr>
              <p:custDataLst>
                <p:tags r:id="rId18"/>
              </p:custDataLst>
            </p:nvPr>
          </p:nvSpPr>
          <p:spPr>
            <a:xfrm>
              <a:off x="6320579" y="216834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7" name="图形 6"/>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352818" y="2200585"/>
              <a:ext cx="287110" cy="287110"/>
            </a:xfrm>
            <a:prstGeom prst="rect">
              <a:avLst/>
            </a:prstGeom>
          </p:spPr>
        </p:pic>
      </p:grpSp>
      <p:grpSp>
        <p:nvGrpSpPr>
          <p:cNvPr id="8" name="组合 7"/>
          <p:cNvGrpSpPr/>
          <p:nvPr>
            <p:custDataLst>
              <p:tags r:id="rId22"/>
            </p:custDataLst>
          </p:nvPr>
        </p:nvGrpSpPr>
        <p:grpSpPr>
          <a:xfrm>
            <a:off x="724779" y="3925754"/>
            <a:ext cx="351589" cy="351589"/>
            <a:chOff x="6391777" y="4380776"/>
            <a:chExt cx="351589" cy="351589"/>
          </a:xfrm>
        </p:grpSpPr>
        <p:sp>
          <p:nvSpPr>
            <p:cNvPr id="9" name="矩形: 圆角 8"/>
            <p:cNvSpPr/>
            <p:nvPr>
              <p:custDataLst>
                <p:tags r:id="rId23"/>
              </p:custDataLst>
            </p:nvPr>
          </p:nvSpPr>
          <p:spPr>
            <a:xfrm>
              <a:off x="6391777" y="438077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10" name="图形 9"/>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24016" y="4413015"/>
              <a:ext cx="287110" cy="287110"/>
            </a:xfrm>
            <a:prstGeom prst="rect">
              <a:avLst/>
            </a:prstGeom>
          </p:spPr>
        </p:pic>
      </p:grpSp>
      <p:grpSp>
        <p:nvGrpSpPr>
          <p:cNvPr id="44" name="组合 43"/>
          <p:cNvGrpSpPr/>
          <p:nvPr>
            <p:custDataLst>
              <p:tags r:id="rId27"/>
            </p:custDataLst>
          </p:nvPr>
        </p:nvGrpSpPr>
        <p:grpSpPr>
          <a:xfrm>
            <a:off x="6605955" y="1935335"/>
            <a:ext cx="351589" cy="351589"/>
            <a:chOff x="6597700" y="1935335"/>
            <a:chExt cx="351589" cy="351589"/>
          </a:xfrm>
        </p:grpSpPr>
        <p:sp>
          <p:nvSpPr>
            <p:cNvPr id="34" name="矩形: 圆角 33"/>
            <p:cNvSpPr/>
            <p:nvPr>
              <p:custDataLst>
                <p:tags r:id="rId28"/>
              </p:custDataLst>
            </p:nvPr>
          </p:nvSpPr>
          <p:spPr>
            <a:xfrm>
              <a:off x="6597700" y="1935335"/>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0" name="图形 39"/>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629939" y="1967574"/>
              <a:ext cx="287110" cy="287110"/>
            </a:xfrm>
            <a:prstGeom prst="rect">
              <a:avLst/>
            </a:prstGeom>
          </p:spPr>
        </p:pic>
      </p:grpSp>
      <p:grpSp>
        <p:nvGrpSpPr>
          <p:cNvPr id="43" name="组合 42"/>
          <p:cNvGrpSpPr/>
          <p:nvPr>
            <p:custDataLst>
              <p:tags r:id="rId32"/>
            </p:custDataLst>
          </p:nvPr>
        </p:nvGrpSpPr>
        <p:grpSpPr>
          <a:xfrm>
            <a:off x="6605955" y="3925754"/>
            <a:ext cx="351589" cy="351589"/>
            <a:chOff x="6597700" y="3925754"/>
            <a:chExt cx="351589" cy="351589"/>
          </a:xfrm>
        </p:grpSpPr>
        <p:sp>
          <p:nvSpPr>
            <p:cNvPr id="38" name="矩形: 圆角 37"/>
            <p:cNvSpPr/>
            <p:nvPr>
              <p:custDataLst>
                <p:tags r:id="rId33"/>
              </p:custDataLst>
            </p:nvPr>
          </p:nvSpPr>
          <p:spPr>
            <a:xfrm>
              <a:off x="6597700" y="3925754"/>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2" name="图形 41"/>
            <p:cNvPicPr/>
            <p:nvPr>
              <p:custDataLst>
                <p:tags r:id="rId34"/>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629939" y="3957993"/>
              <a:ext cx="287110" cy="287110"/>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ar-EG" sz="2800" dirty="0">
                <a:solidFill>
                  <a:schemeClr val="accent1"/>
                </a:solidFill>
                <a:latin typeface="+mj-lt"/>
                <a:ea typeface="OPPOSans B" panose="00020600040101010101" pitchFamily="18" charset="-122"/>
                <a:cs typeface="OPPOSans B" panose="00020600040101010101" pitchFamily="18" charset="-122"/>
              </a:rPr>
              <a:t>Login Page</a:t>
            </a:r>
            <a:endParaRPr lang="en-US" altLang="ar-EG"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圆角 240"/>
          <p:cNvSpPr/>
          <p:nvPr/>
        </p:nvSpPr>
        <p:spPr>
          <a:xfrm>
            <a:off x="267335" y="1120140"/>
            <a:ext cx="7545705" cy="551370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20" name="Picture 19" descr="d1cba6189768509.Y3JvcCwyODU0LDIyMzMsMzg4LDA"/>
          <p:cNvPicPr>
            <a:picLocks noChangeAspect="1"/>
          </p:cNvPicPr>
          <p:nvPr/>
        </p:nvPicPr>
        <p:blipFill>
          <a:blip r:embed="rId1"/>
          <a:stretch>
            <a:fillRect/>
          </a:stretch>
        </p:blipFill>
        <p:spPr>
          <a:xfrm>
            <a:off x="8201025" y="2245995"/>
            <a:ext cx="3639185" cy="2901315"/>
          </a:xfrm>
          <a:prstGeom prst="ellipse">
            <a:avLst/>
          </a:prstGeom>
        </p:spPr>
      </p:pic>
      <p:pic>
        <p:nvPicPr>
          <p:cNvPr id="7" name="Picture 6"/>
          <p:cNvPicPr>
            <a:picLocks noChangeAspect="1"/>
          </p:cNvPicPr>
          <p:nvPr/>
        </p:nvPicPr>
        <p:blipFill>
          <a:blip r:embed="rId2"/>
          <a:srcRect l="-927" t="-3546" r="-1294" b="-583"/>
          <a:stretch>
            <a:fillRect/>
          </a:stretch>
        </p:blipFill>
        <p:spPr>
          <a:xfrm>
            <a:off x="267335" y="1010920"/>
            <a:ext cx="7628890" cy="5541645"/>
          </a:xfrm>
          <a:prstGeom prst="round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6160770" cy="521970"/>
          </a:xfrm>
          <a:prstGeom prst="rect">
            <a:avLst/>
          </a:prstGeom>
          <a:noFill/>
          <a:effectLst/>
        </p:spPr>
        <p:txBody>
          <a:bodyPr wrap="square" rtlCol="0">
            <a:spAutoFit/>
          </a:bodyPr>
          <a:lstStyle/>
          <a:p>
            <a:r>
              <a:rPr lang="en-US" altLang="en-US" sz="2800" dirty="0">
                <a:solidFill>
                  <a:schemeClr val="accent1"/>
                </a:solidFill>
                <a:latin typeface="+mj-lt"/>
                <a:ea typeface="OPPOSans B" panose="00020600040101010101" pitchFamily="18" charset="-122"/>
                <a:cs typeface="OPPOSans B" panose="00020600040101010101" pitchFamily="18" charset="-122"/>
              </a:rPr>
              <a:t>Design Improvements (Login Page )</a:t>
            </a:r>
            <a:endParaRPr lang="en-US" altLang="en-US" sz="2800" dirty="0">
              <a:solidFill>
                <a:schemeClr val="accent1"/>
              </a:solidFill>
              <a:latin typeface="+mj-lt"/>
              <a:ea typeface="OPPOSans B" panose="00020600040101010101" pitchFamily="18" charset="-122"/>
              <a:cs typeface="OPPOSans B" panose="00020600040101010101" pitchFamily="18" charset="-122"/>
            </a:endParaRPr>
          </a:p>
        </p:txBody>
      </p:sp>
      <p:sp>
        <p:nvSpPr>
          <p:cNvPr id="85" name="矩形: 圆角 84"/>
          <p:cNvSpPr/>
          <p:nvPr/>
        </p:nvSpPr>
        <p:spPr>
          <a:xfrm>
            <a:off x="621517" y="117044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矩形: 圆角 88"/>
          <p:cNvSpPr/>
          <p:nvPr>
            <p:custDataLst>
              <p:tags r:id="rId1"/>
            </p:custDataLst>
          </p:nvPr>
        </p:nvSpPr>
        <p:spPr>
          <a:xfrm>
            <a:off x="6304342" y="1714681"/>
            <a:ext cx="5402124" cy="4554111"/>
          </a:xfrm>
          <a:prstGeom prst="roundRect">
            <a:avLst>
              <a:gd name="adj" fmla="val 5184"/>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524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41" name="矩形: 圆角 40"/>
          <p:cNvSpPr/>
          <p:nvPr>
            <p:custDataLst>
              <p:tags r:id="rId2"/>
            </p:custDataLst>
          </p:nvPr>
        </p:nvSpPr>
        <p:spPr>
          <a:xfrm>
            <a:off x="494628" y="1698171"/>
            <a:ext cx="5402124" cy="4554111"/>
          </a:xfrm>
          <a:prstGeom prst="roundRect">
            <a:avLst>
              <a:gd name="adj" fmla="val 5184"/>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75" name="文本框 74"/>
          <p:cNvSpPr txBox="1"/>
          <p:nvPr>
            <p:custDataLst>
              <p:tags r:id="rId3"/>
            </p:custDataLst>
          </p:nvPr>
        </p:nvSpPr>
        <p:spPr>
          <a:xfrm>
            <a:off x="823662" y="2350826"/>
            <a:ext cx="4715676" cy="564515"/>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Elements are evenly spaced and centered, which improves readability and overall balance</a:t>
            </a:r>
            <a:endParaRPr lang="en-US" altLang="en-US" sz="1400" dirty="0">
              <a:solidFill>
                <a:schemeClr val="tx1">
                  <a:lumMod val="75000"/>
                  <a:lumOff val="25000"/>
                </a:schemeClr>
              </a:solidFill>
              <a:cs typeface="OPPOSans B" panose="00020600040101010101" pitchFamily="18" charset="-122"/>
            </a:endParaRPr>
          </a:p>
        </p:txBody>
      </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6" name="文本框 145"/>
          <p:cNvSpPr txBox="1"/>
          <p:nvPr>
            <p:custDataLst>
              <p:tags r:id="rId4"/>
            </p:custDataLst>
          </p:nvPr>
        </p:nvSpPr>
        <p:spPr>
          <a:xfrm>
            <a:off x="1096645" y="1926590"/>
            <a:ext cx="2867660" cy="368300"/>
          </a:xfrm>
          <a:prstGeom prst="rect">
            <a:avLst/>
          </a:prstGeom>
          <a:noFill/>
          <a:effectLst/>
        </p:spPr>
        <p:txBody>
          <a:bodyPr wrap="square" rtlCol="0">
            <a:spAutoFit/>
          </a:bodyPr>
          <a:lstStyle/>
          <a:p>
            <a:r>
              <a:rPr lang="en-US" altLang="en-US" dirty="0">
                <a:solidFill>
                  <a:schemeClr val="accent1"/>
                </a:solidFill>
                <a:latin typeface="+mj-lt"/>
                <a:cs typeface="OPPOSans B" panose="00020600040101010101" pitchFamily="18" charset="-122"/>
              </a:rPr>
              <a:t>Better spacing and alignment</a:t>
            </a:r>
            <a:endParaRPr lang="en-US" altLang="en-US" dirty="0">
              <a:solidFill>
                <a:schemeClr val="accent1"/>
              </a:solidFill>
              <a:latin typeface="+mj-lt"/>
              <a:cs typeface="OPPOSans B" panose="00020600040101010101" pitchFamily="18" charset="-122"/>
            </a:endParaRPr>
          </a:p>
        </p:txBody>
      </p:sp>
      <p:sp>
        <p:nvSpPr>
          <p:cNvPr id="147" name="文本框 146"/>
          <p:cNvSpPr txBox="1"/>
          <p:nvPr>
            <p:custDataLst>
              <p:tags r:id="rId5"/>
            </p:custDataLst>
          </p:nvPr>
        </p:nvSpPr>
        <p:spPr>
          <a:xfrm>
            <a:off x="823662" y="4341245"/>
            <a:ext cx="4715676" cy="564515"/>
          </a:xfrm>
          <a:prstGeom prst="rect">
            <a:avLst/>
          </a:prstGeom>
          <a:noFill/>
          <a:effectLst/>
        </p:spPr>
        <p:txBody>
          <a:bodyPr wrap="square" rtlCol="0">
            <a:spAutoFit/>
          </a:bodyPr>
          <a:lstStyle/>
          <a:p>
            <a:pPr marL="285750" indent="-285750">
              <a:lnSpc>
                <a:spcPct val="110000"/>
              </a:lnSpc>
              <a:buClr>
                <a:schemeClr val="accent1"/>
              </a:buClr>
              <a:buFont typeface="Arial" panose="020B0604020202020204" pitchFamily="34" charset="0"/>
              <a:buChar char="•"/>
            </a:pPr>
            <a:r>
              <a:rPr lang="en-US" altLang="en-US" sz="1400" dirty="0">
                <a:solidFill>
                  <a:schemeClr val="tx1">
                    <a:lumMod val="75000"/>
                    <a:lumOff val="25000"/>
                  </a:schemeClr>
                </a:solidFill>
                <a:cs typeface="OPPOSans B" panose="00020600040101010101" pitchFamily="18" charset="-122"/>
              </a:rPr>
              <a:t>Rounded corners, soft shadows, and consistent colors give the interface a more contemporary feel</a:t>
            </a:r>
            <a:r>
              <a:rPr lang="en-US" altLang="zh-CN" sz="1400" dirty="0">
                <a:solidFill>
                  <a:schemeClr val="tx1">
                    <a:lumMod val="75000"/>
                    <a:lumOff val="25000"/>
                  </a:schemeClr>
                </a:solidFill>
                <a:cs typeface="OPPOSans B" panose="00020600040101010101" pitchFamily="18" charset="-122"/>
              </a:rPr>
              <a:t> </a:t>
            </a:r>
            <a:endParaRPr lang="en-US" altLang="zh-CN" sz="1400" dirty="0">
              <a:solidFill>
                <a:schemeClr val="tx1">
                  <a:lumMod val="75000"/>
                  <a:lumOff val="25000"/>
                </a:schemeClr>
              </a:solidFill>
              <a:cs typeface="OPPOSans B" panose="00020600040101010101" pitchFamily="18" charset="-122"/>
            </a:endParaRPr>
          </a:p>
        </p:txBody>
      </p:sp>
      <p:sp>
        <p:nvSpPr>
          <p:cNvPr id="148" name="文本框 147"/>
          <p:cNvSpPr txBox="1"/>
          <p:nvPr>
            <p:custDataLst>
              <p:tags r:id="rId6"/>
            </p:custDataLst>
          </p:nvPr>
        </p:nvSpPr>
        <p:spPr>
          <a:xfrm>
            <a:off x="1096645" y="3916680"/>
            <a:ext cx="3890645" cy="369570"/>
          </a:xfrm>
          <a:prstGeom prst="rect">
            <a:avLst/>
          </a:prstGeom>
          <a:noFill/>
          <a:effectLst/>
        </p:spPr>
        <p:txBody>
          <a:bodyPr wrap="square" rtlCol="0">
            <a:noAutofit/>
          </a:bodyPr>
          <a:lstStyle/>
          <a:p>
            <a:r>
              <a:rPr lang="en-US" altLang="en-US" dirty="0">
                <a:solidFill>
                  <a:schemeClr val="accent1"/>
                </a:solidFill>
                <a:latin typeface="+mj-lt"/>
                <a:cs typeface="OPPOSans B" panose="00020600040101010101" pitchFamily="18" charset="-122"/>
              </a:rPr>
              <a:t>More modern and professional look</a:t>
            </a:r>
            <a:endParaRPr lang="en-US" altLang="en-US" dirty="0">
              <a:solidFill>
                <a:schemeClr val="accent1"/>
              </a:solidFill>
              <a:latin typeface="+mj-lt"/>
              <a:cs typeface="OPPOSans B" panose="00020600040101010101" pitchFamily="18" charset="-122"/>
            </a:endParaRPr>
          </a:p>
        </p:txBody>
      </p:sp>
      <p:sp>
        <p:nvSpPr>
          <p:cNvPr id="149" name="文本框 148"/>
          <p:cNvSpPr txBox="1"/>
          <p:nvPr>
            <p:custDataLst>
              <p:tags r:id="rId7"/>
            </p:custDataLst>
          </p:nvPr>
        </p:nvSpPr>
        <p:spPr>
          <a:xfrm>
            <a:off x="6647180" y="2350826"/>
            <a:ext cx="4715676" cy="564515"/>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A clear recovery link is now available, improving usability and reducing user frustration.</a:t>
            </a:r>
            <a:r>
              <a:rPr lang="en-US" altLang="zh-CN" dirty="0">
                <a:latin typeface="+mn-lt"/>
              </a:rPr>
              <a:t> </a:t>
            </a:r>
            <a:endParaRPr lang="en-US" altLang="zh-CN" dirty="0">
              <a:latin typeface="+mn-lt"/>
            </a:endParaRPr>
          </a:p>
        </p:txBody>
      </p:sp>
      <p:sp>
        <p:nvSpPr>
          <p:cNvPr id="150" name="文本框 149"/>
          <p:cNvSpPr txBox="1"/>
          <p:nvPr>
            <p:custDataLst>
              <p:tags r:id="rId8"/>
            </p:custDataLst>
          </p:nvPr>
        </p:nvSpPr>
        <p:spPr>
          <a:xfrm>
            <a:off x="6920230" y="1926590"/>
            <a:ext cx="375539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 Added “Forgotten PIN?” option</a:t>
            </a:r>
            <a:endParaRPr lang="en-US" altLang="en-US" dirty="0">
              <a:solidFill>
                <a:schemeClr val="accent2"/>
              </a:solidFill>
              <a:latin typeface="+mj-lt"/>
              <a:cs typeface="OPPOSans B" panose="00020600040101010101" pitchFamily="18" charset="-122"/>
            </a:endParaRPr>
          </a:p>
        </p:txBody>
      </p:sp>
      <p:sp>
        <p:nvSpPr>
          <p:cNvPr id="151" name="文本框 150"/>
          <p:cNvSpPr txBox="1"/>
          <p:nvPr>
            <p:custDataLst>
              <p:tags r:id="rId9"/>
            </p:custDataLst>
          </p:nvPr>
        </p:nvSpPr>
        <p:spPr>
          <a:xfrm>
            <a:off x="6647180" y="4341245"/>
            <a:ext cx="4715676" cy="800735"/>
          </a:xfrm>
          <a:prstGeom prst="rect">
            <a:avLst/>
          </a:prstGeom>
          <a:noFill/>
          <a:effectLst/>
        </p:spPr>
        <p:txBody>
          <a:bodyPr wrap="square" rtlCol="0">
            <a:spAutoFit/>
          </a:bodyPr>
          <a:lstStyle>
            <a:defPPr>
              <a:defRPr lang="en-US"/>
            </a:defPPr>
            <a:lvl1pPr marL="285750" indent="-285750">
              <a:lnSpc>
                <a:spcPct val="110000"/>
              </a:lnSpc>
              <a:buClr>
                <a:schemeClr val="accent2"/>
              </a:buClr>
              <a:buFont typeface="Arial" panose="020B0604020202020204" pitchFamily="34" charset="0"/>
              <a:buChar char="•"/>
              <a:defRPr sz="1400">
                <a:solidFill>
                  <a:schemeClr val="tx1">
                    <a:lumMod val="75000"/>
                    <a:lumOff val="25000"/>
                  </a:schemeClr>
                </a:solidFill>
                <a:latin typeface="+mj-lt"/>
                <a:cs typeface="OPPOSans B" panose="00020600040101010101" pitchFamily="18" charset="-122"/>
              </a:defRPr>
            </a:lvl1pPr>
          </a:lstStyle>
          <a:p>
            <a:r>
              <a:rPr lang="en-US" altLang="en-US" dirty="0">
                <a:latin typeface="+mn-lt"/>
              </a:rPr>
              <a:t>“Login” and “Join Now” buttons now have different visual styles, reducing confusion between primary and secondary actions</a:t>
            </a:r>
            <a:r>
              <a:rPr lang="en-US" altLang="zh-CN" dirty="0">
                <a:latin typeface="+mn-lt"/>
              </a:rPr>
              <a:t>. </a:t>
            </a:r>
            <a:endParaRPr lang="en-US" altLang="zh-CN" dirty="0">
              <a:latin typeface="+mn-lt"/>
            </a:endParaRPr>
          </a:p>
        </p:txBody>
      </p:sp>
      <p:sp>
        <p:nvSpPr>
          <p:cNvPr id="152" name="文本框 151"/>
          <p:cNvSpPr txBox="1"/>
          <p:nvPr>
            <p:custDataLst>
              <p:tags r:id="rId10"/>
            </p:custDataLst>
          </p:nvPr>
        </p:nvSpPr>
        <p:spPr>
          <a:xfrm>
            <a:off x="6920230" y="3916680"/>
            <a:ext cx="3491230" cy="368300"/>
          </a:xfrm>
          <a:prstGeom prst="rect">
            <a:avLst/>
          </a:prstGeom>
          <a:noFill/>
          <a:effectLst/>
        </p:spPr>
        <p:txBody>
          <a:bodyPr wrap="square" rtlCol="0">
            <a:spAutoFit/>
          </a:bodyPr>
          <a:lstStyle/>
          <a:p>
            <a:r>
              <a:rPr lang="en-US" altLang="en-US" dirty="0">
                <a:solidFill>
                  <a:schemeClr val="accent2"/>
                </a:solidFill>
                <a:latin typeface="+mj-lt"/>
                <a:cs typeface="OPPOSans B" panose="00020600040101010101" pitchFamily="18" charset="-122"/>
              </a:rPr>
              <a:t>Clear distinction between actions</a:t>
            </a:r>
            <a:endParaRPr lang="en-US" altLang="en-US" dirty="0">
              <a:solidFill>
                <a:schemeClr val="accent2"/>
              </a:solidFill>
              <a:latin typeface="+mj-lt"/>
              <a:cs typeface="OPPOSans B" panose="00020600040101010101" pitchFamily="18" charset="-122"/>
            </a:endParaRPr>
          </a:p>
        </p:txBody>
      </p:sp>
      <p:grpSp>
        <p:nvGrpSpPr>
          <p:cNvPr id="219" name="组合 218"/>
          <p:cNvGrpSpPr/>
          <p:nvPr>
            <p:custDataLst>
              <p:tags r:id="rId11"/>
            </p:custDataLst>
          </p:nvPr>
        </p:nvGrpSpPr>
        <p:grpSpPr>
          <a:xfrm>
            <a:off x="5073809" y="5970568"/>
            <a:ext cx="614163" cy="87894"/>
            <a:chOff x="5006919" y="6034068"/>
            <a:chExt cx="614163" cy="87894"/>
          </a:xfrm>
        </p:grpSpPr>
        <p:sp>
          <p:nvSpPr>
            <p:cNvPr id="213" name="矩形: 圆角 212"/>
            <p:cNvSpPr/>
            <p:nvPr>
              <p:custDataLst>
                <p:tags r:id="rId12"/>
              </p:custDataLst>
            </p:nvPr>
          </p:nvSpPr>
          <p:spPr>
            <a:xfrm>
              <a:off x="5006919" y="6034068"/>
              <a:ext cx="493521"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矩形: 圆角 213"/>
            <p:cNvSpPr/>
            <p:nvPr>
              <p:custDataLst>
                <p:tags r:id="rId13"/>
              </p:custDataLst>
            </p:nvPr>
          </p:nvSpPr>
          <p:spPr>
            <a:xfrm>
              <a:off x="5531083" y="6034068"/>
              <a:ext cx="89999" cy="87894"/>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0" name="组合 219"/>
          <p:cNvGrpSpPr/>
          <p:nvPr>
            <p:custDataLst>
              <p:tags r:id="rId14"/>
            </p:custDataLst>
          </p:nvPr>
        </p:nvGrpSpPr>
        <p:grpSpPr>
          <a:xfrm>
            <a:off x="10874379" y="5970568"/>
            <a:ext cx="614163" cy="87894"/>
            <a:chOff x="10891524" y="6034068"/>
            <a:chExt cx="614163" cy="87894"/>
          </a:xfrm>
        </p:grpSpPr>
        <p:sp>
          <p:nvSpPr>
            <p:cNvPr id="217" name="矩形: 圆角 216"/>
            <p:cNvSpPr/>
            <p:nvPr>
              <p:custDataLst>
                <p:tags r:id="rId15"/>
              </p:custDataLst>
            </p:nvPr>
          </p:nvSpPr>
          <p:spPr>
            <a:xfrm>
              <a:off x="10891524" y="6034068"/>
              <a:ext cx="493521"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圆角 217"/>
            <p:cNvSpPr/>
            <p:nvPr>
              <p:custDataLst>
                <p:tags r:id="rId16"/>
              </p:custDataLst>
            </p:nvPr>
          </p:nvSpPr>
          <p:spPr>
            <a:xfrm>
              <a:off x="11415688" y="6034068"/>
              <a:ext cx="89999" cy="8789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custDataLst>
              <p:tags r:id="rId17"/>
            </p:custDataLst>
          </p:nvPr>
        </p:nvGrpSpPr>
        <p:grpSpPr>
          <a:xfrm>
            <a:off x="724779" y="1935335"/>
            <a:ext cx="351589" cy="351589"/>
            <a:chOff x="6320579" y="2168346"/>
            <a:chExt cx="351589" cy="351589"/>
          </a:xfrm>
        </p:grpSpPr>
        <p:sp>
          <p:nvSpPr>
            <p:cNvPr id="6" name="矩形: 圆角 5"/>
            <p:cNvSpPr/>
            <p:nvPr>
              <p:custDataLst>
                <p:tags r:id="rId18"/>
              </p:custDataLst>
            </p:nvPr>
          </p:nvSpPr>
          <p:spPr>
            <a:xfrm>
              <a:off x="6320579" y="216834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7" name="图形 6"/>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352818" y="2200585"/>
              <a:ext cx="287110" cy="287110"/>
            </a:xfrm>
            <a:prstGeom prst="rect">
              <a:avLst/>
            </a:prstGeom>
          </p:spPr>
        </p:pic>
      </p:grpSp>
      <p:grpSp>
        <p:nvGrpSpPr>
          <p:cNvPr id="8" name="组合 7"/>
          <p:cNvGrpSpPr/>
          <p:nvPr>
            <p:custDataLst>
              <p:tags r:id="rId22"/>
            </p:custDataLst>
          </p:nvPr>
        </p:nvGrpSpPr>
        <p:grpSpPr>
          <a:xfrm>
            <a:off x="724779" y="3925754"/>
            <a:ext cx="351589" cy="351589"/>
            <a:chOff x="6391777" y="4380776"/>
            <a:chExt cx="351589" cy="351589"/>
          </a:xfrm>
        </p:grpSpPr>
        <p:sp>
          <p:nvSpPr>
            <p:cNvPr id="9" name="矩形: 圆角 8"/>
            <p:cNvSpPr/>
            <p:nvPr>
              <p:custDataLst>
                <p:tags r:id="rId23"/>
              </p:custDataLst>
            </p:nvPr>
          </p:nvSpPr>
          <p:spPr>
            <a:xfrm>
              <a:off x="6391777" y="4380776"/>
              <a:ext cx="351589" cy="351589"/>
            </a:xfrm>
            <a:prstGeom prst="roundRect">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01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10" name="图形 9"/>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24016" y="4413015"/>
              <a:ext cx="287110" cy="287110"/>
            </a:xfrm>
            <a:prstGeom prst="rect">
              <a:avLst/>
            </a:prstGeom>
          </p:spPr>
        </p:pic>
      </p:grpSp>
      <p:grpSp>
        <p:nvGrpSpPr>
          <p:cNvPr id="44" name="组合 43"/>
          <p:cNvGrpSpPr/>
          <p:nvPr>
            <p:custDataLst>
              <p:tags r:id="rId27"/>
            </p:custDataLst>
          </p:nvPr>
        </p:nvGrpSpPr>
        <p:grpSpPr>
          <a:xfrm>
            <a:off x="6605955" y="1935335"/>
            <a:ext cx="351589" cy="351589"/>
            <a:chOff x="6597700" y="1935335"/>
            <a:chExt cx="351589" cy="351589"/>
          </a:xfrm>
        </p:grpSpPr>
        <p:sp>
          <p:nvSpPr>
            <p:cNvPr id="34" name="矩形: 圆角 33"/>
            <p:cNvSpPr/>
            <p:nvPr>
              <p:custDataLst>
                <p:tags r:id="rId28"/>
              </p:custDataLst>
            </p:nvPr>
          </p:nvSpPr>
          <p:spPr>
            <a:xfrm>
              <a:off x="6597700" y="1935335"/>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0" name="图形 39"/>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629939" y="1967574"/>
              <a:ext cx="287110" cy="287110"/>
            </a:xfrm>
            <a:prstGeom prst="rect">
              <a:avLst/>
            </a:prstGeom>
          </p:spPr>
        </p:pic>
      </p:grpSp>
      <p:grpSp>
        <p:nvGrpSpPr>
          <p:cNvPr id="43" name="组合 42"/>
          <p:cNvGrpSpPr/>
          <p:nvPr>
            <p:custDataLst>
              <p:tags r:id="rId32"/>
            </p:custDataLst>
          </p:nvPr>
        </p:nvGrpSpPr>
        <p:grpSpPr>
          <a:xfrm>
            <a:off x="6605955" y="3925754"/>
            <a:ext cx="351589" cy="351589"/>
            <a:chOff x="6597700" y="3925754"/>
            <a:chExt cx="351589" cy="351589"/>
          </a:xfrm>
        </p:grpSpPr>
        <p:sp>
          <p:nvSpPr>
            <p:cNvPr id="38" name="矩形: 圆角 37"/>
            <p:cNvSpPr/>
            <p:nvPr>
              <p:custDataLst>
                <p:tags r:id="rId33"/>
              </p:custDataLst>
            </p:nvPr>
          </p:nvSpPr>
          <p:spPr>
            <a:xfrm>
              <a:off x="6597700" y="3925754"/>
              <a:ext cx="351589" cy="351589"/>
            </a:xfrm>
            <a:prstGeom prst="roundRect">
              <a:avLst/>
            </a:prstGeom>
            <a:gradFill flip="none" rotWithShape="1">
              <a:gsLst>
                <a:gs pos="100000">
                  <a:schemeClr val="accent2">
                    <a:lumMod val="20000"/>
                    <a:lumOff val="80000"/>
                  </a:schemeClr>
                </a:gs>
                <a:gs pos="0">
                  <a:schemeClr val="bg1"/>
                </a:gs>
              </a:gsLst>
              <a:path path="circle">
                <a:fillToRect r="100000" b="100000"/>
              </a:path>
              <a:tileRect l="-100000" t="-100000"/>
            </a:gradFill>
            <a:ln>
              <a:gradFill flip="none" rotWithShape="1">
                <a:gsLst>
                  <a:gs pos="0">
                    <a:schemeClr val="accent2">
                      <a:lumMod val="20000"/>
                      <a:lumOff val="80000"/>
                    </a:schemeClr>
                  </a:gs>
                  <a:gs pos="100000">
                    <a:schemeClr val="bg1"/>
                  </a:gs>
                </a:gsLst>
                <a:lin ang="2700000" scaled="1"/>
                <a:tileRect/>
              </a:gradFill>
            </a:ln>
            <a:effectLst>
              <a:outerShdw blurRad="203200" dist="1016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2" name="图形 41"/>
            <p:cNvPicPr/>
            <p:nvPr>
              <p:custDataLst>
                <p:tags r:id="rId34"/>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629939" y="3957993"/>
              <a:ext cx="287110" cy="287110"/>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0" cy="908832"/>
            <a:chOff x="0" y="0"/>
            <a:chExt cx="12192000" cy="908832"/>
          </a:xfrm>
        </p:grpSpPr>
        <p:grpSp>
          <p:nvGrpSpPr>
            <p:cNvPr id="12" name="组合 11"/>
            <p:cNvGrpSpPr/>
            <p:nvPr/>
          </p:nvGrpSpPr>
          <p:grpSpPr>
            <a:xfrm>
              <a:off x="0" y="0"/>
              <a:ext cx="12192000" cy="908832"/>
              <a:chOff x="0" y="-240920"/>
              <a:chExt cx="12192000" cy="908832"/>
            </a:xfrm>
          </p:grpSpPr>
          <p:sp>
            <p:nvSpPr>
              <p:cNvPr id="14" name="矩形 13"/>
              <p:cNvSpPr/>
              <p:nvPr/>
            </p:nvSpPr>
            <p:spPr>
              <a:xfrm>
                <a:off x="0" y="-240920"/>
                <a:ext cx="12192000" cy="908832"/>
              </a:xfrm>
              <a:prstGeom prst="rect">
                <a:avLst/>
              </a:prstGeom>
              <a:gradFill flip="none" rotWithShape="1">
                <a:gsLst>
                  <a:gs pos="0">
                    <a:schemeClr val="accent1">
                      <a:lumMod val="20000"/>
                      <a:lumOff val="80000"/>
                    </a:schemeClr>
                  </a:gs>
                  <a:gs pos="100000">
                    <a:schemeClr val="bg1"/>
                  </a:gs>
                </a:gsLst>
                <a:lin ang="108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653604"/>
                <a:ext cx="12192000" cy="0"/>
              </a:xfrm>
              <a:prstGeom prst="line">
                <a:avLst/>
              </a:prstGeom>
              <a:ln>
                <a:gradFill flip="none" rotWithShape="1">
                  <a:gsLst>
                    <a:gs pos="0">
                      <a:schemeClr val="accent1">
                        <a:lumMod val="60000"/>
                        <a:lumOff val="40000"/>
                      </a:schemeClr>
                    </a:gs>
                    <a:gs pos="99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584200" y="894524"/>
              <a:ext cx="4191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486410" y="256540"/>
            <a:ext cx="4942840" cy="521970"/>
          </a:xfrm>
          <a:prstGeom prst="rect">
            <a:avLst/>
          </a:prstGeom>
          <a:noFill/>
          <a:effectLst/>
        </p:spPr>
        <p:txBody>
          <a:bodyPr wrap="square" rtlCol="0">
            <a:spAutoFit/>
          </a:bodyPr>
          <a:lstStyle/>
          <a:p>
            <a:r>
              <a:rPr lang="en-US" altLang="ar-EG" sz="2800" dirty="0">
                <a:solidFill>
                  <a:schemeClr val="accent1"/>
                </a:solidFill>
                <a:latin typeface="+mj-lt"/>
                <a:ea typeface="OPPOSans B" panose="00020600040101010101" pitchFamily="18" charset="-122"/>
                <a:cs typeface="OPPOSans B" panose="00020600040101010101" pitchFamily="18" charset="-122"/>
              </a:rPr>
              <a:t>Old Version VS New Version</a:t>
            </a:r>
            <a:endParaRPr lang="en-US" altLang="ar-EG" sz="2800" dirty="0">
              <a:solidFill>
                <a:schemeClr val="accent1"/>
              </a:solidFill>
              <a:latin typeface="+mj-lt"/>
              <a:ea typeface="OPPOSans B" panose="00020600040101010101" pitchFamily="18" charset="-122"/>
              <a:cs typeface="OPPOSans B" panose="00020600040101010101" pitchFamily="18" charset="-122"/>
            </a:endParaRPr>
          </a:p>
        </p:txBody>
      </p:sp>
      <p:sp>
        <p:nvSpPr>
          <p:cNvPr id="76" name="文本框 75"/>
          <p:cNvSpPr txBox="1"/>
          <p:nvPr/>
        </p:nvSpPr>
        <p:spPr>
          <a:xfrm>
            <a:off x="1088209"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81" name="组合 80"/>
          <p:cNvGrpSpPr/>
          <p:nvPr/>
        </p:nvGrpSpPr>
        <p:grpSpPr>
          <a:xfrm>
            <a:off x="4610100" y="1120736"/>
            <a:ext cx="1069617" cy="505539"/>
            <a:chOff x="7785706" y="1586075"/>
            <a:chExt cx="1069617" cy="505539"/>
          </a:xfrm>
        </p:grpSpPr>
        <p:cxnSp>
          <p:nvCxnSpPr>
            <p:cNvPr id="82" name="直接连接符 81"/>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弧形 82"/>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弧形 83"/>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8" name="文本框 127"/>
          <p:cNvSpPr txBox="1"/>
          <p:nvPr/>
        </p:nvSpPr>
        <p:spPr>
          <a:xfrm>
            <a:off x="6911727" y="1180543"/>
            <a:ext cx="1492250" cy="400110"/>
          </a:xfrm>
          <a:prstGeom prst="rect">
            <a:avLst/>
          </a:prstGeom>
          <a:noFill/>
          <a:effectLst/>
        </p:spPr>
        <p:txBody>
          <a:bodyPr wrap="square" rtlCol="0">
            <a:spAutoFit/>
          </a:bodyPr>
          <a:lstStyle/>
          <a:p>
            <a:r>
              <a:rPr lang="en-US" altLang="zh-CN" sz="2000" dirty="0">
                <a:solidFill>
                  <a:schemeClr val="bg1"/>
                </a:solidFill>
                <a:latin typeface="+mj-lt"/>
                <a:cs typeface="OPPOSans B" panose="00020600040101010101" pitchFamily="18" charset="-122"/>
              </a:rPr>
              <a:t>Product 1</a:t>
            </a:r>
            <a:endParaRPr lang="en-US" altLang="zh-CN" sz="2000" dirty="0">
              <a:solidFill>
                <a:schemeClr val="bg1"/>
              </a:solidFill>
              <a:latin typeface="+mj-lt"/>
              <a:cs typeface="OPPOSans B" panose="00020600040101010101" pitchFamily="18" charset="-122"/>
            </a:endParaRPr>
          </a:p>
        </p:txBody>
      </p:sp>
      <p:grpSp>
        <p:nvGrpSpPr>
          <p:cNvPr id="129" name="组合 128"/>
          <p:cNvGrpSpPr/>
          <p:nvPr/>
        </p:nvGrpSpPr>
        <p:grpSpPr>
          <a:xfrm>
            <a:off x="10410670" y="1120736"/>
            <a:ext cx="1069617" cy="505539"/>
            <a:chOff x="7785706" y="1586075"/>
            <a:chExt cx="1069617" cy="505539"/>
          </a:xfrm>
        </p:grpSpPr>
        <p:cxnSp>
          <p:nvCxnSpPr>
            <p:cNvPr id="131" name="直接连接符 130"/>
            <p:cNvCxnSpPr/>
            <p:nvPr/>
          </p:nvCxnSpPr>
          <p:spPr>
            <a:xfrm>
              <a:off x="7785706" y="1839426"/>
              <a:ext cx="9569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弧形 131"/>
            <p:cNvSpPr/>
            <p:nvPr/>
          </p:nvSpPr>
          <p:spPr>
            <a:xfrm flipH="1">
              <a:off x="8629938" y="1838262"/>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弧形 132"/>
            <p:cNvSpPr/>
            <p:nvPr/>
          </p:nvSpPr>
          <p:spPr>
            <a:xfrm flipH="1" flipV="1">
              <a:off x="8629938" y="1586075"/>
              <a:ext cx="225385" cy="253352"/>
            </a:xfrm>
            <a:prstGeom prst="arc">
              <a:avLst>
                <a:gd name="adj1" fmla="val 16200000"/>
                <a:gd name="adj2" fmla="val 20294346"/>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30" name="矩形: 圆角 129"/>
          <p:cNvSpPr/>
          <p:nvPr/>
        </p:nvSpPr>
        <p:spPr>
          <a:xfrm>
            <a:off x="6417896" y="1219977"/>
            <a:ext cx="5131837" cy="406116"/>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灯片编号占位符 120"/>
          <p:cNvSpPr>
            <a:spLocks noGrp="1"/>
          </p:cNvSpPr>
          <p:nvPr>
            <p:ph type="sldNum" sz="quarter" idx="12"/>
          </p:nvPr>
        </p:nvSpPr>
        <p:spPr>
          <a:xfrm>
            <a:off x="10864362" y="6356350"/>
            <a:ext cx="832338" cy="365125"/>
          </a:xfrm>
        </p:spPr>
        <p:txBody>
          <a:bodyPr/>
          <a:lstStyle/>
          <a:p>
            <a:fld id="{9B618960-8005-486C-9A75-10CB2AAC16F9}" type="slidenum">
              <a:rPr lang="en-US" smtClean="0"/>
            </a:fld>
            <a:endParaRPr lang="en-US" dirty="0"/>
          </a:p>
        </p:txBody>
      </p:sp>
      <p:grpSp>
        <p:nvGrpSpPr>
          <p:cNvPr id="2" name="组合 1"/>
          <p:cNvGrpSpPr/>
          <p:nvPr/>
        </p:nvGrpSpPr>
        <p:grpSpPr>
          <a:xfrm>
            <a:off x="-432521" y="-883713"/>
            <a:ext cx="1208430" cy="1210843"/>
            <a:chOff x="2393917" y="-3025705"/>
            <a:chExt cx="2800348" cy="2805939"/>
          </a:xfrm>
        </p:grpSpPr>
        <p:sp>
          <p:nvSpPr>
            <p:cNvPr id="3" name="弧形 2"/>
            <p:cNvSpPr/>
            <p:nvPr/>
          </p:nvSpPr>
          <p:spPr>
            <a:xfrm>
              <a:off x="2393917" y="-3025705"/>
              <a:ext cx="2800348" cy="2805939"/>
            </a:xfrm>
            <a:prstGeom prst="arc">
              <a:avLst>
                <a:gd name="adj1" fmla="val 1658591"/>
                <a:gd name="adj2" fmla="val 5395548"/>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3123342" y="-1563942"/>
              <a:ext cx="1341498" cy="1344176"/>
            </a:xfrm>
            <a:prstGeom prst="arc">
              <a:avLst>
                <a:gd name="adj1" fmla="val 21185757"/>
                <a:gd name="adj2" fmla="val 7595412"/>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0" name="Picture 19" descr="d1cba6189768509.Y3JvcCwyODU0LDIyMzMsMzg4LDA"/>
          <p:cNvPicPr>
            <a:picLocks noChangeAspect="1"/>
          </p:cNvPicPr>
          <p:nvPr/>
        </p:nvPicPr>
        <p:blipFill>
          <a:blip r:embed="rId1"/>
          <a:stretch>
            <a:fillRect/>
          </a:stretch>
        </p:blipFill>
        <p:spPr>
          <a:xfrm>
            <a:off x="8057515" y="2245995"/>
            <a:ext cx="3639185" cy="2901315"/>
          </a:xfrm>
          <a:prstGeom prst="ellipse">
            <a:avLst/>
          </a:prstGeom>
        </p:spPr>
      </p:pic>
      <p:sp>
        <p:nvSpPr>
          <p:cNvPr id="7" name="矩形: 圆角 240"/>
          <p:cNvSpPr/>
          <p:nvPr/>
        </p:nvSpPr>
        <p:spPr>
          <a:xfrm>
            <a:off x="902970" y="1010920"/>
            <a:ext cx="5514975" cy="5659755"/>
          </a:xfrm>
          <a:prstGeom prst="roundRect">
            <a:avLst>
              <a:gd name="adj" fmla="val 9855"/>
            </a:avLst>
          </a:prstGeom>
          <a:gradFill flip="none" rotWithShape="1">
            <a:gsLst>
              <a:gs pos="100000">
                <a:schemeClr val="accent1">
                  <a:lumMod val="20000"/>
                  <a:lumOff val="80000"/>
                </a:schemeClr>
              </a:gs>
              <a:gs pos="0">
                <a:schemeClr val="bg1"/>
              </a:gs>
            </a:gsLst>
            <a:path path="circle">
              <a:fillToRect r="100000" b="100000"/>
            </a:path>
            <a:tileRect l="-100000" t="-100000"/>
          </a:gradFill>
          <a:ln>
            <a:gradFill flip="none" rotWithShape="1">
              <a:gsLst>
                <a:gs pos="0">
                  <a:schemeClr val="accent1">
                    <a:lumMod val="20000"/>
                    <a:lumOff val="80000"/>
                  </a:schemeClr>
                </a:gs>
                <a:gs pos="100000">
                  <a:schemeClr val="bg1"/>
                </a:gs>
              </a:gsLst>
              <a:lin ang="2700000" scaled="1"/>
              <a:tileRect/>
            </a:gradFill>
          </a:ln>
          <a:effectLst>
            <a:outerShdw blurRad="2032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a:solidFill>
                <a:schemeClr val="bg2">
                  <a:lumMod val="10000"/>
                </a:schemeClr>
              </a:solidFill>
            </a:endParaRPr>
          </a:p>
        </p:txBody>
      </p:sp>
      <p:pic>
        <p:nvPicPr>
          <p:cNvPr id="8" name="Picture 7" descr="Screenshot_20251222_183948"/>
          <p:cNvPicPr>
            <a:picLocks noChangeAspect="1"/>
          </p:cNvPicPr>
          <p:nvPr/>
        </p:nvPicPr>
        <p:blipFill>
          <a:blip r:embed="rId2"/>
          <a:stretch>
            <a:fillRect/>
          </a:stretch>
        </p:blipFill>
        <p:spPr>
          <a:xfrm>
            <a:off x="1088390" y="1121410"/>
            <a:ext cx="5142865" cy="5436235"/>
          </a:xfrm>
          <a:prstGeom prst="round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 name="组合 163"/>
          <p:cNvGrpSpPr/>
          <p:nvPr/>
        </p:nvGrpSpPr>
        <p:grpSpPr>
          <a:xfrm flipV="1">
            <a:off x="0" y="0"/>
            <a:ext cx="12192000" cy="6858000"/>
            <a:chOff x="0" y="0"/>
            <a:chExt cx="12192000" cy="6858000"/>
          </a:xfrm>
        </p:grpSpPr>
        <p:grpSp>
          <p:nvGrpSpPr>
            <p:cNvPr id="37" name="组合 36"/>
            <p:cNvGrpSpPr/>
            <p:nvPr/>
          </p:nvGrpSpPr>
          <p:grpSpPr>
            <a:xfrm>
              <a:off x="0" y="0"/>
              <a:ext cx="12192000" cy="6858000"/>
              <a:chOff x="0" y="0"/>
              <a:chExt cx="12192000" cy="6858000"/>
            </a:xfrm>
          </p:grpSpPr>
          <p:grpSp>
            <p:nvGrpSpPr>
              <p:cNvPr id="21" name="组合 20"/>
              <p:cNvGrpSpPr/>
              <p:nvPr/>
            </p:nvGrpSpPr>
            <p:grpSpPr>
              <a:xfrm>
                <a:off x="495300" y="0"/>
                <a:ext cx="11201400" cy="6858000"/>
                <a:chOff x="1752600" y="0"/>
                <a:chExt cx="11201400" cy="6858000"/>
              </a:xfrm>
            </p:grpSpPr>
            <p:cxnSp>
              <p:nvCxnSpPr>
                <p:cNvPr id="8" name="直接连接符 7"/>
                <p:cNvCxnSpPr/>
                <p:nvPr/>
              </p:nvCxnSpPr>
              <p:spPr>
                <a:xfrm>
                  <a:off x="17526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6860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6195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529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4864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4198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3533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2867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2202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1536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10871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20205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29540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5400000">
                <a:off x="2828925" y="-2667000"/>
                <a:ext cx="6534150" cy="12192000"/>
                <a:chOff x="1752600" y="0"/>
                <a:chExt cx="6534150" cy="6858000"/>
              </a:xfrm>
            </p:grpSpPr>
            <p:cxnSp>
              <p:nvCxnSpPr>
                <p:cNvPr id="24" name="直接连接符 23"/>
                <p:cNvCxnSpPr/>
                <p:nvPr/>
              </p:nvCxnSpPr>
              <p:spPr>
                <a:xfrm>
                  <a:off x="17526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860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6195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5529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4864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4198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35330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286750" y="0"/>
                  <a:ext cx="0" cy="6858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grpSp>
          <p:nvGrpSpPr>
            <p:cNvPr id="67" name="组合 66"/>
            <p:cNvGrpSpPr/>
            <p:nvPr/>
          </p:nvGrpSpPr>
          <p:grpSpPr>
            <a:xfrm>
              <a:off x="394188" y="59646"/>
              <a:ext cx="11403622" cy="5805257"/>
              <a:chOff x="394188" y="58478"/>
              <a:chExt cx="11403622" cy="5805257"/>
            </a:xfrm>
          </p:grpSpPr>
          <p:grpSp>
            <p:nvGrpSpPr>
              <p:cNvPr id="54" name="组合 53"/>
              <p:cNvGrpSpPr/>
              <p:nvPr/>
            </p:nvGrpSpPr>
            <p:grpSpPr>
              <a:xfrm>
                <a:off x="394189" y="2861164"/>
                <a:ext cx="11403621" cy="202221"/>
                <a:chOff x="394189" y="2861164"/>
                <a:chExt cx="11403621" cy="202221"/>
              </a:xfrm>
            </p:grpSpPr>
            <p:sp>
              <p:nvSpPr>
                <p:cNvPr id="49" name="十字形 48"/>
                <p:cNvSpPr/>
                <p:nvPr/>
              </p:nvSpPr>
              <p:spPr>
                <a:xfrm>
                  <a:off x="87952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十字形 49"/>
                <p:cNvSpPr/>
                <p:nvPr/>
              </p:nvSpPr>
              <p:spPr>
                <a:xfrm>
                  <a:off x="59948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十字形 50"/>
                <p:cNvSpPr/>
                <p:nvPr/>
              </p:nvSpPr>
              <p:spPr>
                <a:xfrm>
                  <a:off x="31945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十字形 51"/>
                <p:cNvSpPr/>
                <p:nvPr/>
              </p:nvSpPr>
              <p:spPr>
                <a:xfrm>
                  <a:off x="3941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十字形 52"/>
                <p:cNvSpPr/>
                <p:nvPr/>
              </p:nvSpPr>
              <p:spPr>
                <a:xfrm>
                  <a:off x="115955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394189" y="5661514"/>
                <a:ext cx="11403621" cy="202221"/>
                <a:chOff x="394189" y="2861164"/>
                <a:chExt cx="11403621" cy="202221"/>
              </a:xfrm>
            </p:grpSpPr>
            <p:sp>
              <p:nvSpPr>
                <p:cNvPr id="56" name="十字形 55"/>
                <p:cNvSpPr/>
                <p:nvPr/>
              </p:nvSpPr>
              <p:spPr>
                <a:xfrm>
                  <a:off x="87952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十字形 56"/>
                <p:cNvSpPr/>
                <p:nvPr/>
              </p:nvSpPr>
              <p:spPr>
                <a:xfrm>
                  <a:off x="59948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十字形 57"/>
                <p:cNvSpPr/>
                <p:nvPr/>
              </p:nvSpPr>
              <p:spPr>
                <a:xfrm>
                  <a:off x="31945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十字形 58"/>
                <p:cNvSpPr/>
                <p:nvPr/>
              </p:nvSpPr>
              <p:spPr>
                <a:xfrm>
                  <a:off x="3941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十字形 59"/>
                <p:cNvSpPr/>
                <p:nvPr/>
              </p:nvSpPr>
              <p:spPr>
                <a:xfrm>
                  <a:off x="115955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394188" y="58478"/>
                <a:ext cx="11403621" cy="202221"/>
                <a:chOff x="394189" y="2861164"/>
                <a:chExt cx="11403621" cy="202221"/>
              </a:xfrm>
            </p:grpSpPr>
            <p:sp>
              <p:nvSpPr>
                <p:cNvPr id="62" name="十字形 61"/>
                <p:cNvSpPr/>
                <p:nvPr/>
              </p:nvSpPr>
              <p:spPr>
                <a:xfrm>
                  <a:off x="87952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十字形 62"/>
                <p:cNvSpPr/>
                <p:nvPr/>
              </p:nvSpPr>
              <p:spPr>
                <a:xfrm>
                  <a:off x="59948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十字形 63"/>
                <p:cNvSpPr/>
                <p:nvPr/>
              </p:nvSpPr>
              <p:spPr>
                <a:xfrm>
                  <a:off x="319453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十字形 64"/>
                <p:cNvSpPr/>
                <p:nvPr/>
              </p:nvSpPr>
              <p:spPr>
                <a:xfrm>
                  <a:off x="3941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十字形 65"/>
                <p:cNvSpPr/>
                <p:nvPr/>
              </p:nvSpPr>
              <p:spPr>
                <a:xfrm>
                  <a:off x="11595589" y="2861164"/>
                  <a:ext cx="202221" cy="202221"/>
                </a:xfrm>
                <a:prstGeom prst="plus">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42" name="组合 41"/>
          <p:cNvGrpSpPr/>
          <p:nvPr/>
        </p:nvGrpSpPr>
        <p:grpSpPr>
          <a:xfrm>
            <a:off x="813127" y="993175"/>
            <a:ext cx="752804" cy="485949"/>
            <a:chOff x="1122102" y="1475300"/>
            <a:chExt cx="752804" cy="485949"/>
          </a:xfrm>
        </p:grpSpPr>
        <p:sp>
          <p:nvSpPr>
            <p:cNvPr id="41" name="矩形: 圆角 40"/>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4378840" y="4124549"/>
            <a:ext cx="934228" cy="534561"/>
            <a:chOff x="1122102" y="1475300"/>
            <a:chExt cx="934228" cy="534561"/>
          </a:xfrm>
        </p:grpSpPr>
        <p:sp>
          <p:nvSpPr>
            <p:cNvPr id="44" name="矩形: 圆角 43"/>
            <p:cNvSpPr/>
            <p:nvPr/>
          </p:nvSpPr>
          <p:spPr>
            <a:xfrm rot="1800000">
              <a:off x="1129076" y="1649102"/>
              <a:ext cx="927254" cy="360759"/>
            </a:xfrm>
            <a:prstGeom prst="roundRect">
              <a:avLst>
                <a:gd name="adj" fmla="val 50000"/>
              </a:avLst>
            </a:prstGeom>
            <a:gradFill flip="none" rotWithShape="1">
              <a:gsLst>
                <a:gs pos="45000">
                  <a:schemeClr val="accent3">
                    <a:lumMod val="20000"/>
                    <a:lumOff val="80000"/>
                  </a:schemeClr>
                </a:gs>
                <a:gs pos="87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122102" y="1475300"/>
              <a:ext cx="357741" cy="357741"/>
            </a:xfrm>
            <a:prstGeom prst="ellipse">
              <a:avLst/>
            </a:prstGeom>
            <a:gradFill flip="none" rotWithShape="1">
              <a:gsLst>
                <a:gs pos="0">
                  <a:schemeClr val="accent3">
                    <a:lumMod val="20000"/>
                    <a:lumOff val="80000"/>
                  </a:schemeClr>
                </a:gs>
                <a:gs pos="100000">
                  <a:schemeClr val="accent3"/>
                </a:gs>
              </a:gsLst>
              <a:path path="circle">
                <a:fillToRect r="100000" b="100000"/>
              </a:path>
              <a:tileRect l="-100000" t="-10000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2" name="矩形: 圆角 151"/>
          <p:cNvSpPr/>
          <p:nvPr/>
        </p:nvSpPr>
        <p:spPr>
          <a:xfrm rot="1320078">
            <a:off x="6632162" y="1491483"/>
            <a:ext cx="5714159" cy="4226095"/>
          </a:xfrm>
          <a:prstGeom prst="roundRect">
            <a:avLst>
              <a:gd name="adj" fmla="val 50000"/>
            </a:avLst>
          </a:prstGeom>
          <a:gradFill flip="none" rotWithShape="1">
            <a:gsLst>
              <a:gs pos="45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787768" y="1899972"/>
            <a:ext cx="3216517" cy="4800845"/>
            <a:chOff x="-1787768" y="1899972"/>
            <a:chExt cx="3216517" cy="4800845"/>
          </a:xfrm>
        </p:grpSpPr>
        <p:sp>
          <p:nvSpPr>
            <p:cNvPr id="92" name="弧形 91"/>
            <p:cNvSpPr/>
            <p:nvPr/>
          </p:nvSpPr>
          <p:spPr>
            <a:xfrm>
              <a:off x="-1371599" y="3894878"/>
              <a:ext cx="2800348" cy="2805939"/>
            </a:xfrm>
            <a:prstGeom prst="arc">
              <a:avLst>
                <a:gd name="adj1" fmla="val 16136462"/>
                <a:gd name="adj2" fmla="val 824575"/>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弧形 92"/>
            <p:cNvSpPr/>
            <p:nvPr/>
          </p:nvSpPr>
          <p:spPr>
            <a:xfrm>
              <a:off x="-1787768" y="1899972"/>
              <a:ext cx="2800348" cy="2805939"/>
            </a:xfrm>
            <a:prstGeom prst="arc">
              <a:avLst>
                <a:gd name="adj1" fmla="val 17202500"/>
                <a:gd name="adj2" fmla="val 4450729"/>
              </a:avLst>
            </a:prstGeom>
            <a:no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p:cNvSpPr txBox="1"/>
          <p:nvPr/>
        </p:nvSpPr>
        <p:spPr>
          <a:xfrm>
            <a:off x="1366342" y="1772323"/>
            <a:ext cx="5197096" cy="830997"/>
          </a:xfrm>
          <a:prstGeom prst="rect">
            <a:avLst/>
          </a:prstGeom>
          <a:noFill/>
          <a:effectLst/>
        </p:spPr>
        <p:txBody>
          <a:bodyPr wrap="square" rtlCol="0">
            <a:spAutoFit/>
          </a:bodyPr>
          <a:lstStyle/>
          <a:p>
            <a:r>
              <a:rPr lang="en-US" altLang="zh-CN" sz="4800" b="1">
                <a:solidFill>
                  <a:schemeClr val="accent1"/>
                </a:solidFill>
                <a:latin typeface="+mj-lt"/>
                <a:ea typeface="OPPOSans B" panose="00020600040101010101" pitchFamily="18" charset="-122"/>
                <a:cs typeface="OPPOSans B" panose="00020600040101010101" pitchFamily="18" charset="-122"/>
              </a:rPr>
              <a:t>THANK YOU</a:t>
            </a:r>
            <a:endParaRPr lang="en-US" altLang="zh-CN" sz="4800" b="1" dirty="0">
              <a:solidFill>
                <a:schemeClr val="accent1"/>
              </a:solidFill>
              <a:latin typeface="+mj-lt"/>
              <a:ea typeface="OPPOSans B" panose="00020600040101010101" pitchFamily="18" charset="-122"/>
              <a:cs typeface="OPPOSans B" panose="00020600040101010101" pitchFamily="18" charset="-122"/>
            </a:endParaRPr>
          </a:p>
        </p:txBody>
      </p:sp>
      <p:grpSp>
        <p:nvGrpSpPr>
          <p:cNvPr id="231" name="组合 230"/>
          <p:cNvGrpSpPr/>
          <p:nvPr/>
        </p:nvGrpSpPr>
        <p:grpSpPr>
          <a:xfrm>
            <a:off x="-1" y="5415739"/>
            <a:ext cx="12440929" cy="1442261"/>
            <a:chOff x="-1" y="5415739"/>
            <a:chExt cx="12440929" cy="1442261"/>
          </a:xfrm>
        </p:grpSpPr>
        <p:grpSp>
          <p:nvGrpSpPr>
            <p:cNvPr id="94" name="组合 93"/>
            <p:cNvGrpSpPr/>
            <p:nvPr/>
          </p:nvGrpSpPr>
          <p:grpSpPr>
            <a:xfrm>
              <a:off x="0" y="5415739"/>
              <a:ext cx="12192000" cy="1442261"/>
              <a:chOff x="58274" y="5012268"/>
              <a:chExt cx="12192000" cy="1675403"/>
            </a:xfrm>
          </p:grpSpPr>
          <p:sp>
            <p:nvSpPr>
              <p:cNvPr id="138" name="任意多边形: 形状 137"/>
              <p:cNvSpPr/>
              <p:nvPr/>
            </p:nvSpPr>
            <p:spPr>
              <a:xfrm>
                <a:off x="58274" y="5037814"/>
                <a:ext cx="12192000" cy="1649857"/>
              </a:xfrm>
              <a:custGeom>
                <a:avLst/>
                <a:gdLst>
                  <a:gd name="connsiteX0" fmla="*/ 12192000 w 12192000"/>
                  <a:gd name="connsiteY0" fmla="*/ 0 h 1822521"/>
                  <a:gd name="connsiteX1" fmla="*/ 12192000 w 12192000"/>
                  <a:gd name="connsiteY1" fmla="*/ 1822521 h 1822521"/>
                  <a:gd name="connsiteX2" fmla="*/ 0 w 12192000"/>
                  <a:gd name="connsiteY2" fmla="*/ 1822521 h 1822521"/>
                  <a:gd name="connsiteX3" fmla="*/ 0 w 12192000"/>
                  <a:gd name="connsiteY3" fmla="*/ 6421 h 1822521"/>
                  <a:gd name="connsiteX4" fmla="*/ 3079516 w 12192000"/>
                  <a:gd name="connsiteY4" fmla="*/ 6421 h 1822521"/>
                  <a:gd name="connsiteX5" fmla="*/ 7607041 w 12192000"/>
                  <a:gd name="connsiteY5" fmla="*/ 1174821 h 1822521"/>
                  <a:gd name="connsiteX6" fmla="*/ 12091942 w 12192000"/>
                  <a:gd name="connsiteY6" fmla="*/ 31623 h 1822521"/>
                  <a:gd name="connsiteX0-1" fmla="*/ 12192000 w 12192000"/>
                  <a:gd name="connsiteY0-2" fmla="*/ 182257 h 2004778"/>
                  <a:gd name="connsiteX1-3" fmla="*/ 12192000 w 12192000"/>
                  <a:gd name="connsiteY1-4" fmla="*/ 2004778 h 2004778"/>
                  <a:gd name="connsiteX2-5" fmla="*/ 0 w 12192000"/>
                  <a:gd name="connsiteY2-6" fmla="*/ 2004778 h 2004778"/>
                  <a:gd name="connsiteX3-7" fmla="*/ 0 w 12192000"/>
                  <a:gd name="connsiteY3-8" fmla="*/ 188678 h 2004778"/>
                  <a:gd name="connsiteX4-9" fmla="*/ 3079516 w 12192000"/>
                  <a:gd name="connsiteY4-10" fmla="*/ 188678 h 2004778"/>
                  <a:gd name="connsiteX5-11" fmla="*/ 7607041 w 12192000"/>
                  <a:gd name="connsiteY5-12" fmla="*/ 1357078 h 2004778"/>
                  <a:gd name="connsiteX6-13" fmla="*/ 12091942 w 12192000"/>
                  <a:gd name="connsiteY6-14" fmla="*/ 213880 h 2004778"/>
                  <a:gd name="connsiteX7" fmla="*/ 12192000 w 12192000"/>
                  <a:gd name="connsiteY7" fmla="*/ 182257 h 2004778"/>
                  <a:gd name="connsiteX0-15" fmla="*/ 12192000 w 12192000"/>
                  <a:gd name="connsiteY0-16" fmla="*/ 80 h 1822601"/>
                  <a:gd name="connsiteX1-17" fmla="*/ 12192000 w 12192000"/>
                  <a:gd name="connsiteY1-18" fmla="*/ 1822601 h 1822601"/>
                  <a:gd name="connsiteX2-19" fmla="*/ 0 w 12192000"/>
                  <a:gd name="connsiteY2-20" fmla="*/ 1822601 h 1822601"/>
                  <a:gd name="connsiteX3-21" fmla="*/ 0 w 12192000"/>
                  <a:gd name="connsiteY3-22" fmla="*/ 6501 h 1822601"/>
                  <a:gd name="connsiteX4-23" fmla="*/ 7607041 w 12192000"/>
                  <a:gd name="connsiteY4-24" fmla="*/ 1174901 h 1822601"/>
                  <a:gd name="connsiteX5-25" fmla="*/ 12091942 w 12192000"/>
                  <a:gd name="connsiteY5-26" fmla="*/ 31703 h 1822601"/>
                  <a:gd name="connsiteX6-27" fmla="*/ 12192000 w 12192000"/>
                  <a:gd name="connsiteY6-28" fmla="*/ 80 h 18226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1822601">
                    <a:moveTo>
                      <a:pt x="12192000" y="80"/>
                    </a:moveTo>
                    <a:lnTo>
                      <a:pt x="12192000" y="1822601"/>
                    </a:lnTo>
                    <a:lnTo>
                      <a:pt x="0" y="1822601"/>
                    </a:lnTo>
                    <a:lnTo>
                      <a:pt x="0" y="6501"/>
                    </a:lnTo>
                    <a:cubicBezTo>
                      <a:pt x="1267840" y="-101449"/>
                      <a:pt x="5591717" y="1170701"/>
                      <a:pt x="7607041" y="1174901"/>
                    </a:cubicBezTo>
                    <a:cubicBezTo>
                      <a:pt x="9548994" y="1173049"/>
                      <a:pt x="11086913" y="372255"/>
                      <a:pt x="12091942" y="31703"/>
                    </a:cubicBezTo>
                    <a:lnTo>
                      <a:pt x="12192000" y="80"/>
                    </a:lnTo>
                    <a:close/>
                  </a:path>
                </a:pathLst>
              </a:custGeom>
              <a:gradFill flip="none" rotWithShape="1">
                <a:gsLst>
                  <a:gs pos="0">
                    <a:schemeClr val="accent1">
                      <a:lumMod val="60000"/>
                      <a:lumOff val="4000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0" name="矩形 139"/>
              <p:cNvSpPr/>
              <p:nvPr/>
            </p:nvSpPr>
            <p:spPr>
              <a:xfrm>
                <a:off x="58280" y="5012268"/>
                <a:ext cx="12191989" cy="1675403"/>
              </a:xfrm>
              <a:prstGeom prst="rect">
                <a:avLst/>
              </a:prstGeom>
              <a:gradFill flip="none" rotWithShape="1">
                <a:gsLst>
                  <a:gs pos="18000">
                    <a:schemeClr val="bg1">
                      <a:alpha val="0"/>
                    </a:schemeClr>
                  </a:gs>
                  <a:gs pos="100000">
                    <a:schemeClr val="bg1"/>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6" name="组合 255"/>
            <p:cNvGrpSpPr/>
            <p:nvPr/>
          </p:nvGrpSpPr>
          <p:grpSpPr>
            <a:xfrm>
              <a:off x="-1" y="5964869"/>
              <a:ext cx="12440929" cy="721602"/>
              <a:chOff x="-640853" y="5964869"/>
              <a:chExt cx="13081781" cy="721602"/>
            </a:xfrm>
          </p:grpSpPr>
          <p:sp>
            <p:nvSpPr>
              <p:cNvPr id="237" name="任意多边形: 形状 236"/>
              <p:cNvSpPr/>
              <p:nvPr/>
            </p:nvSpPr>
            <p:spPr>
              <a:xfrm rot="267240" flipH="1" flipV="1">
                <a:off x="-640853" y="596486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任意多边形: 形状 238"/>
              <p:cNvSpPr/>
              <p:nvPr/>
            </p:nvSpPr>
            <p:spPr>
              <a:xfrm rot="233092" flipH="1" flipV="1">
                <a:off x="-640853" y="597313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0" name="任意多边形: 形状 239"/>
              <p:cNvSpPr/>
              <p:nvPr/>
            </p:nvSpPr>
            <p:spPr>
              <a:xfrm rot="198944" flipH="1" flipV="1">
                <a:off x="-640853" y="5981409"/>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1" name="任意多边形: 形状 240"/>
              <p:cNvSpPr/>
              <p:nvPr/>
            </p:nvSpPr>
            <p:spPr>
              <a:xfrm rot="164796" flipH="1" flipV="1">
                <a:off x="-640853" y="598967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2" name="任意多边形: 形状 241"/>
              <p:cNvSpPr/>
              <p:nvPr/>
            </p:nvSpPr>
            <p:spPr>
              <a:xfrm rot="130648" flipH="1" flipV="1">
                <a:off x="-640853" y="5997948"/>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3" name="任意多边形: 形状 242"/>
              <p:cNvSpPr/>
              <p:nvPr/>
            </p:nvSpPr>
            <p:spPr>
              <a:xfrm rot="96499" flipH="1" flipV="1">
                <a:off x="-640853" y="600621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4" name="任意多边形: 形状 243"/>
              <p:cNvSpPr/>
              <p:nvPr/>
            </p:nvSpPr>
            <p:spPr>
              <a:xfrm rot="62351" flipH="1" flipV="1">
                <a:off x="-640853" y="601448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5" name="任意多边形: 形状 244"/>
              <p:cNvSpPr/>
              <p:nvPr/>
            </p:nvSpPr>
            <p:spPr>
              <a:xfrm rot="28203" flipH="1" flipV="1">
                <a:off x="-640853" y="602275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6" name="任意多边形: 形状 245"/>
              <p:cNvSpPr/>
              <p:nvPr/>
            </p:nvSpPr>
            <p:spPr>
              <a:xfrm rot="21594055" flipH="1" flipV="1">
                <a:off x="-640853" y="603102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7" name="任意多边形: 形状 246"/>
              <p:cNvSpPr/>
              <p:nvPr/>
            </p:nvSpPr>
            <p:spPr>
              <a:xfrm rot="21559907" flipH="1" flipV="1">
                <a:off x="-640853" y="603929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8" name="任意多边形: 形状 247"/>
              <p:cNvSpPr/>
              <p:nvPr/>
            </p:nvSpPr>
            <p:spPr>
              <a:xfrm rot="21525759" flipH="1" flipV="1">
                <a:off x="-640853" y="6047567"/>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9" name="任意多边形: 形状 248"/>
              <p:cNvSpPr/>
              <p:nvPr/>
            </p:nvSpPr>
            <p:spPr>
              <a:xfrm rot="21491611" flipH="1" flipV="1">
                <a:off x="-640853" y="605583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0" name="任意多边形: 形状 249"/>
              <p:cNvSpPr/>
              <p:nvPr/>
            </p:nvSpPr>
            <p:spPr>
              <a:xfrm rot="21457463" flipH="1" flipV="1">
                <a:off x="-640853" y="6064106"/>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1" name="任意多边形: 形状 250"/>
              <p:cNvSpPr/>
              <p:nvPr/>
            </p:nvSpPr>
            <p:spPr>
              <a:xfrm rot="21423315" flipH="1" flipV="1">
                <a:off x="-640853" y="607237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2" name="任意多边形: 形状 251"/>
              <p:cNvSpPr/>
              <p:nvPr/>
            </p:nvSpPr>
            <p:spPr>
              <a:xfrm rot="21389167" flipH="1" flipV="1">
                <a:off x="-640853" y="608064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3" name="任意多边形: 形状 252"/>
              <p:cNvSpPr/>
              <p:nvPr/>
            </p:nvSpPr>
            <p:spPr>
              <a:xfrm rot="21355018" flipH="1" flipV="1">
                <a:off x="-640853" y="608891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w="12700">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8" name="任意多边形: 形状 237"/>
              <p:cNvSpPr/>
              <p:nvPr/>
            </p:nvSpPr>
            <p:spPr>
              <a:xfrm rot="21320870" flipH="1" flipV="1">
                <a:off x="-640853" y="6097185"/>
                <a:ext cx="13081781" cy="589286"/>
              </a:xfrm>
              <a:custGeom>
                <a:avLst/>
                <a:gdLst>
                  <a:gd name="connsiteX0" fmla="*/ 0 w 14363700"/>
                  <a:gd name="connsiteY0" fmla="*/ 1438523 h 1438523"/>
                  <a:gd name="connsiteX1" fmla="*/ 2286000 w 14363700"/>
                  <a:gd name="connsiteY1" fmla="*/ 9773 h 1438523"/>
                  <a:gd name="connsiteX2" fmla="*/ 6438900 w 14363700"/>
                  <a:gd name="connsiteY2" fmla="*/ 771773 h 1438523"/>
                  <a:gd name="connsiteX3" fmla="*/ 10515600 w 14363700"/>
                  <a:gd name="connsiteY3" fmla="*/ 9773 h 1438523"/>
                  <a:gd name="connsiteX4" fmla="*/ 14363700 w 14363700"/>
                  <a:gd name="connsiteY4" fmla="*/ 771773 h 1438523"/>
                  <a:gd name="connsiteX0-1" fmla="*/ 0 w 14450785"/>
                  <a:gd name="connsiteY0-2" fmla="*/ 1009353 h 1009353"/>
                  <a:gd name="connsiteX1-3" fmla="*/ 2373085 w 14450785"/>
                  <a:gd name="connsiteY1-4" fmla="*/ 1517 h 1009353"/>
                  <a:gd name="connsiteX2-5" fmla="*/ 6525985 w 14450785"/>
                  <a:gd name="connsiteY2-6" fmla="*/ 763517 h 1009353"/>
                  <a:gd name="connsiteX3-7" fmla="*/ 10602685 w 14450785"/>
                  <a:gd name="connsiteY3-8" fmla="*/ 1517 h 1009353"/>
                  <a:gd name="connsiteX4-9" fmla="*/ 14450785 w 14450785"/>
                  <a:gd name="connsiteY4-10" fmla="*/ 763517 h 1009353"/>
                  <a:gd name="connsiteX0-11" fmla="*/ 0 w 14450785"/>
                  <a:gd name="connsiteY0-12" fmla="*/ 1154302 h 1154302"/>
                  <a:gd name="connsiteX1-13" fmla="*/ 2489199 w 14450785"/>
                  <a:gd name="connsiteY1-14" fmla="*/ 1323 h 1154302"/>
                  <a:gd name="connsiteX2-15" fmla="*/ 6525985 w 14450785"/>
                  <a:gd name="connsiteY2-16" fmla="*/ 908466 h 1154302"/>
                  <a:gd name="connsiteX3-17" fmla="*/ 10602685 w 14450785"/>
                  <a:gd name="connsiteY3-18" fmla="*/ 146466 h 1154302"/>
                  <a:gd name="connsiteX4-19" fmla="*/ 14450785 w 14450785"/>
                  <a:gd name="connsiteY4-20" fmla="*/ 908466 h 1154302"/>
                  <a:gd name="connsiteX0-21" fmla="*/ 0 w 14450785"/>
                  <a:gd name="connsiteY0-22" fmla="*/ 1110812 h 1110812"/>
                  <a:gd name="connsiteX1-23" fmla="*/ 2547256 w 14450785"/>
                  <a:gd name="connsiteY1-24" fmla="*/ 1376 h 1110812"/>
                  <a:gd name="connsiteX2-25" fmla="*/ 6525985 w 14450785"/>
                  <a:gd name="connsiteY2-26" fmla="*/ 864976 h 1110812"/>
                  <a:gd name="connsiteX3-27" fmla="*/ 10602685 w 14450785"/>
                  <a:gd name="connsiteY3-28" fmla="*/ 102976 h 1110812"/>
                  <a:gd name="connsiteX4-29" fmla="*/ 14450785 w 14450785"/>
                  <a:gd name="connsiteY4-30" fmla="*/ 864976 h 1110812"/>
                  <a:gd name="connsiteX0-31" fmla="*/ 0 w 14450785"/>
                  <a:gd name="connsiteY0-32" fmla="*/ 1110483 h 1110483"/>
                  <a:gd name="connsiteX1-33" fmla="*/ 2547256 w 14450785"/>
                  <a:gd name="connsiteY1-34" fmla="*/ 1047 h 1110483"/>
                  <a:gd name="connsiteX2-35" fmla="*/ 6627585 w 14450785"/>
                  <a:gd name="connsiteY2-36" fmla="*/ 893676 h 1110483"/>
                  <a:gd name="connsiteX3-37" fmla="*/ 10602685 w 14450785"/>
                  <a:gd name="connsiteY3-38" fmla="*/ 102647 h 1110483"/>
                  <a:gd name="connsiteX4-39" fmla="*/ 14450785 w 14450785"/>
                  <a:gd name="connsiteY4-40" fmla="*/ 864647 h 1110483"/>
                  <a:gd name="connsiteX0-41" fmla="*/ 0 w 14450785"/>
                  <a:gd name="connsiteY0-42" fmla="*/ 1023485 h 1023485"/>
                  <a:gd name="connsiteX1-43" fmla="*/ 2518227 w 14450785"/>
                  <a:gd name="connsiteY1-44" fmla="*/ 1135 h 1023485"/>
                  <a:gd name="connsiteX2-45" fmla="*/ 6627585 w 14450785"/>
                  <a:gd name="connsiteY2-46" fmla="*/ 806678 h 1023485"/>
                  <a:gd name="connsiteX3-47" fmla="*/ 10602685 w 14450785"/>
                  <a:gd name="connsiteY3-48" fmla="*/ 15649 h 1023485"/>
                  <a:gd name="connsiteX4-49" fmla="*/ 14450785 w 14450785"/>
                  <a:gd name="connsiteY4-50" fmla="*/ 777649 h 102348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450785" h="1023485">
                    <a:moveTo>
                      <a:pt x="0" y="1023485"/>
                    </a:moveTo>
                    <a:cubicBezTo>
                      <a:pt x="606425" y="364672"/>
                      <a:pt x="1413630" y="37270"/>
                      <a:pt x="2518227" y="1135"/>
                    </a:cubicBezTo>
                    <a:cubicBezTo>
                      <a:pt x="3622825" y="-35000"/>
                      <a:pt x="5280175" y="804259"/>
                      <a:pt x="6627585" y="806678"/>
                    </a:cubicBezTo>
                    <a:cubicBezTo>
                      <a:pt x="7974995" y="809097"/>
                      <a:pt x="9281885" y="15649"/>
                      <a:pt x="10602685" y="15649"/>
                    </a:cubicBezTo>
                    <a:cubicBezTo>
                      <a:pt x="11923485" y="15649"/>
                      <a:pt x="13803085" y="663349"/>
                      <a:pt x="14450785" y="777649"/>
                    </a:cubicBezTo>
                  </a:path>
                </a:pathLst>
              </a:custGeom>
              <a:noFill/>
              <a:ln>
                <a:gradFill flip="none" rotWithShape="1">
                  <a:gsLst>
                    <a:gs pos="13000">
                      <a:schemeClr val="accent1">
                        <a:lumMod val="40000"/>
                        <a:lumOff val="60000"/>
                        <a:alpha val="0"/>
                      </a:schemeClr>
                    </a:gs>
                    <a:gs pos="67000">
                      <a:schemeClr val="bg1">
                        <a:alpha val="40000"/>
                      </a:schemeClr>
                    </a:gs>
                    <a:gs pos="19000">
                      <a:schemeClr val="accent1">
                        <a:alpha val="2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30" name="椭圆 229"/>
          <p:cNvSpPr/>
          <p:nvPr/>
        </p:nvSpPr>
        <p:spPr>
          <a:xfrm>
            <a:off x="5692635" y="3134490"/>
            <a:ext cx="192576" cy="192576"/>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gradFill flip="none" rotWithShape="1">
              <a:gsLst>
                <a:gs pos="0">
                  <a:schemeClr val="accent1">
                    <a:alpha val="0"/>
                  </a:schemeClr>
                </a:gs>
                <a:gs pos="66000">
                  <a:schemeClr val="accent1">
                    <a:lumMod val="20000"/>
                    <a:lumOff val="8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0353888" y="5982661"/>
            <a:ext cx="1448253" cy="460375"/>
          </a:xfrm>
          <a:prstGeom prst="rect">
            <a:avLst/>
          </a:prstGeom>
          <a:noFill/>
        </p:spPr>
        <p:txBody>
          <a:bodyPr wrap="square" rtlCol="0">
            <a:spAutoFit/>
          </a:bodyPr>
          <a:lstStyle/>
          <a:p>
            <a:pPr algn="r"/>
            <a:endParaRPr lang="en-US" altLang="zh-CN" sz="2400"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endParaRPr>
          </a:p>
        </p:txBody>
      </p:sp>
      <p:grpSp>
        <p:nvGrpSpPr>
          <p:cNvPr id="158" name="组合 157"/>
          <p:cNvGrpSpPr/>
          <p:nvPr/>
        </p:nvGrpSpPr>
        <p:grpSpPr>
          <a:xfrm>
            <a:off x="6678720" y="5340559"/>
            <a:ext cx="447604" cy="288937"/>
            <a:chOff x="1122102" y="1475300"/>
            <a:chExt cx="752804" cy="485949"/>
          </a:xfrm>
        </p:grpSpPr>
        <p:sp>
          <p:nvSpPr>
            <p:cNvPr id="159" name="矩形: 圆角 158"/>
            <p:cNvSpPr/>
            <p:nvPr/>
          </p:nvSpPr>
          <p:spPr>
            <a:xfrm rot="1800000">
              <a:off x="1142101" y="1600490"/>
              <a:ext cx="732805" cy="360759"/>
            </a:xfrm>
            <a:prstGeom prst="roundRect">
              <a:avLst>
                <a:gd name="adj" fmla="val 50000"/>
              </a:avLst>
            </a:prstGeom>
            <a:gradFill flip="none" rotWithShape="1">
              <a:gsLst>
                <a:gs pos="40000">
                  <a:schemeClr val="accent1">
                    <a:lumMod val="20000"/>
                    <a:lumOff val="80000"/>
                  </a:schemeClr>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a:off x="1122102" y="1475300"/>
              <a:ext cx="357741" cy="357741"/>
            </a:xfrm>
            <a:prstGeom prst="ellipse">
              <a:avLst/>
            </a:prstGeom>
            <a:gradFill flip="none" rotWithShape="1">
              <a:gsLst>
                <a:gs pos="0">
                  <a:schemeClr val="accent1">
                    <a:lumMod val="20000"/>
                    <a:lumOff val="80000"/>
                  </a:schemeClr>
                </a:gs>
                <a:gs pos="86000">
                  <a:schemeClr val="accent1"/>
                </a:gs>
              </a:gsLst>
              <a:path path="circle">
                <a:fillToRect r="100000" b="100000"/>
              </a:path>
              <a:tileRect l="-100000" t="-100000"/>
            </a:gradFill>
            <a:ln w="6350">
              <a:gradFill flip="none" rotWithShape="1">
                <a:gsLst>
                  <a:gs pos="0">
                    <a:schemeClr val="accent1">
                      <a:alpha val="0"/>
                    </a:schemeClr>
                  </a:gs>
                  <a:gs pos="66000">
                    <a:schemeClr val="accent1">
                      <a:lumMod val="20000"/>
                      <a:lumOff val="8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4" name="Picture 3" descr="Egypt_air_logo"/>
          <p:cNvPicPr>
            <a:picLocks noChangeAspect="1"/>
          </p:cNvPicPr>
          <p:nvPr/>
        </p:nvPicPr>
        <p:blipFill>
          <a:blip r:embed="rId1"/>
          <a:stretch>
            <a:fillRect/>
          </a:stretch>
        </p:blipFill>
        <p:spPr>
          <a:xfrm>
            <a:off x="6755130" y="1321435"/>
            <a:ext cx="4008120" cy="3999230"/>
          </a:xfrm>
          <a:prstGeom prst="ellipse">
            <a:avLst/>
          </a:prstGeom>
        </p:spPr>
      </p:pic>
    </p:spTree>
  </p:cSld>
  <p:clrMapOvr>
    <a:masterClrMapping/>
  </p:clrMapOvr>
</p:sld>
</file>

<file path=ppt/tags/tag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2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3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4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5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6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7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8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9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3.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4.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5.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6.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7.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8.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09.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10.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11.xml><?xml version="1.0" encoding="utf-8"?>
<p:tagLst xmlns:p="http://schemas.openxmlformats.org/presentationml/2006/main">
  <p:tag name="KSO_WM_DIAGRAM_VIRTUALLY_FRAME" val="{&quot;height&quot;:402.0914173228346,&quot;left&quot;:38.94708661417323,&quot;top&quot;:91.51425196850394,&quot;width&quot;:882.8218897637795}"/>
</p:tagLst>
</file>

<file path=ppt/tags/tag112.xml><?xml version="1.0" encoding="utf-8"?>
<p:tagLst xmlns:p="http://schemas.openxmlformats.org/presentationml/2006/main">
  <p:tag name="KSO_WM_DIAGRAM_VIRTUALLY_FRAME" val="{&quot;height&quot;:402.0914173228346,&quot;left&quot;:38.94708661417323,&quot;top&quot;:91.51425196850394,&quot;width&quot;:882.821889763779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4018</Words>
  <Application>WPS Presentation</Application>
  <PresentationFormat>Widescreen</PresentationFormat>
  <Paragraphs>236</Paragraphs>
  <Slides>24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OPPOSans B</vt:lpstr>
      <vt:lpstr>OPPOSans R</vt:lpstr>
      <vt:lpstr>Calibri</vt:lpstr>
      <vt:lpstr>Calibri Light</vt:lpstr>
      <vt:lpstr>Microsoft YaHei</vt:lpstr>
      <vt:lpstr>Arial Unicode MS</vt:lpstr>
      <vt:lpstr>Aldhabi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WPS_1746262474</cp:lastModifiedBy>
  <cp:revision>6</cp:revision>
  <dcterms:created xsi:type="dcterms:W3CDTF">2025-07-23T00:59:00Z</dcterms:created>
  <dcterms:modified xsi:type="dcterms:W3CDTF">2025-12-23T18:26:09Z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7E206CC129ED41678BBF5246FA6F31DB_11</vt:lpwstr>
  </property>
  <property fmtid="{D5CDD505-2E9C-101B-9397-08002B2CF9AE}" pid="3" name="KSOProductBuildVer">
    <vt:lpwstr>1033-12.2.0.23155</vt:lpwstr>
  </property>
</Properties>
</file>